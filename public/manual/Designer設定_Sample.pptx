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832" r:id="rId2"/>
    <p:sldId id="4488" r:id="rId3"/>
    <p:sldId id="834" r:id="rId4"/>
    <p:sldId id="4479" r:id="rId5"/>
    <p:sldId id="4503" r:id="rId6"/>
    <p:sldId id="4505" r:id="rId7"/>
  </p:sldIdLst>
  <p:sldSz cx="12192000" cy="6858000"/>
  <p:notesSz cx="7104063" cy="10234613"/>
  <p:defaultTextStyle>
    <a:defPPr>
      <a:defRPr kumimoji="1" lang="ja-JP"/>
    </a:defPPr>
    <a:lvl1pPr marL="0" algn="l" defTabSz="914400" rtl="0" eaLnBrk="1" latinLnBrk="0" hangingPunct="1">
      <a:defRPr kumimoji="1" lang="ja-JP" sz="1800" kern="1200">
        <a:solidFill>
          <a:schemeClr val="tx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CB6BBEF7-9717-4733-A929-535518E6EBF6}">
          <p14:sldIdLst/>
        </p14:section>
        <p14:section name="タイトルなしのセクション" id="{DAEEE08E-E74A-49D1-8EDB-0EC47F44F318}">
          <p14:sldIdLst>
            <p14:sldId id="832"/>
            <p14:sldId id="4488"/>
            <p14:sldId id="834"/>
            <p14:sldId id="4479"/>
            <p14:sldId id="4503"/>
            <p14:sldId id="450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994"/>
    <a:srgbClr val="FF9500"/>
    <a:srgbClr val="1AA1A9"/>
    <a:srgbClr val="FFFFFF"/>
    <a:srgbClr val="C00000"/>
    <a:srgbClr val="6600CC"/>
    <a:srgbClr val="CCFFCC"/>
    <a:srgbClr val="FDE7D5"/>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5026" autoAdjust="0"/>
  </p:normalViewPr>
  <p:slideViewPr>
    <p:cSldViewPr>
      <p:cViewPr varScale="1">
        <p:scale>
          <a:sx n="65" d="100"/>
          <a:sy n="65" d="100"/>
        </p:scale>
        <p:origin x="58" y="259"/>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4162"/>
    </p:cViewPr>
  </p:sorterViewPr>
  <p:notesViewPr>
    <p:cSldViewPr>
      <p:cViewPr>
        <p:scale>
          <a:sx n="75" d="100"/>
          <a:sy n="75" d="100"/>
        </p:scale>
        <p:origin x="-1968" y="726"/>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3078924" cy="511649"/>
          </a:xfrm>
          <a:prstGeom prst="rect">
            <a:avLst/>
          </a:prstGeom>
        </p:spPr>
        <p:txBody>
          <a:bodyPr vert="horz" lIns="94669" tIns="47335" rIns="94669" bIns="47335"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4023482" y="0"/>
            <a:ext cx="3078924" cy="511649"/>
          </a:xfrm>
          <a:prstGeom prst="rect">
            <a:avLst/>
          </a:prstGeom>
        </p:spPr>
        <p:txBody>
          <a:bodyPr vert="horz" lIns="94669" tIns="47335" rIns="94669" bIns="47335" rtlCol="0"/>
          <a:lstStyle>
            <a:lvl1pPr algn="r">
              <a:defRPr sz="1200"/>
            </a:lvl1pPr>
          </a:lstStyle>
          <a:p>
            <a:fld id="{0220A4B1-6D73-4E92-A2F9-7B11B307AFF0}" type="datetimeFigureOut">
              <a:rPr kumimoji="1" lang="ja-JP" altLang="en-US" smtClean="0"/>
              <a:t>2026/3/3</a:t>
            </a:fld>
            <a:endParaRPr kumimoji="1" lang="ja-JP" altLang="en-US"/>
          </a:p>
        </p:txBody>
      </p:sp>
      <p:sp>
        <p:nvSpPr>
          <p:cNvPr id="4" name="フッター プレースホルダー 3"/>
          <p:cNvSpPr>
            <a:spLocks noGrp="1"/>
          </p:cNvSpPr>
          <p:nvPr>
            <p:ph type="ftr" sz="quarter" idx="2"/>
          </p:nvPr>
        </p:nvSpPr>
        <p:spPr>
          <a:xfrm>
            <a:off x="1" y="9721330"/>
            <a:ext cx="3078924" cy="511648"/>
          </a:xfrm>
          <a:prstGeom prst="rect">
            <a:avLst/>
          </a:prstGeom>
        </p:spPr>
        <p:txBody>
          <a:bodyPr vert="horz" lIns="94669" tIns="47335" rIns="94669" bIns="47335"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4023482" y="9721330"/>
            <a:ext cx="3078924" cy="511648"/>
          </a:xfrm>
          <a:prstGeom prst="rect">
            <a:avLst/>
          </a:prstGeom>
        </p:spPr>
        <p:txBody>
          <a:bodyPr vert="horz" lIns="94669" tIns="47335" rIns="94669" bIns="47335" rtlCol="0" anchor="b"/>
          <a:lstStyle>
            <a:lvl1pPr algn="r">
              <a:defRPr sz="1200"/>
            </a:lvl1pPr>
          </a:lstStyle>
          <a:p>
            <a:fld id="{D4381593-4517-4F6D-9CE2-9EFA26A9DC5E}" type="slidenum">
              <a:rPr kumimoji="1" lang="ja-JP" altLang="en-US" smtClean="0"/>
              <a:t>‹#›</a:t>
            </a:fld>
            <a:endParaRPr kumimoji="1" lang="ja-JP" altLang="en-US"/>
          </a:p>
        </p:txBody>
      </p:sp>
    </p:spTree>
    <p:extLst>
      <p:ext uri="{BB962C8B-B14F-4D97-AF65-F5344CB8AC3E}">
        <p14:creationId xmlns:p14="http://schemas.microsoft.com/office/powerpoint/2010/main" val="13870190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078427" cy="511731"/>
          </a:xfrm>
          <a:prstGeom prst="rect">
            <a:avLst/>
          </a:prstGeom>
        </p:spPr>
        <p:txBody>
          <a:bodyPr vert="horz" lIns="94669" tIns="47335" rIns="94669" bIns="47335" rtlCol="0"/>
          <a:lstStyle>
            <a:lvl1pPr algn="l" latinLnBrk="0">
              <a:defRPr kumimoji="1" lang="ja-JP" sz="1200"/>
            </a:lvl1pPr>
          </a:lstStyle>
          <a:p>
            <a:endParaRPr kumimoji="1" lang="ja-JP"/>
          </a:p>
        </p:txBody>
      </p:sp>
      <p:sp>
        <p:nvSpPr>
          <p:cNvPr id="3" name="Date Placeholder 2"/>
          <p:cNvSpPr>
            <a:spLocks noGrp="1"/>
          </p:cNvSpPr>
          <p:nvPr>
            <p:ph type="dt" idx="1"/>
          </p:nvPr>
        </p:nvSpPr>
        <p:spPr>
          <a:xfrm>
            <a:off x="4023993" y="1"/>
            <a:ext cx="3078427" cy="511731"/>
          </a:xfrm>
          <a:prstGeom prst="rect">
            <a:avLst/>
          </a:prstGeom>
        </p:spPr>
        <p:txBody>
          <a:bodyPr vert="horz" lIns="94669" tIns="47335" rIns="94669" bIns="47335" rtlCol="0"/>
          <a:lstStyle>
            <a:lvl1pPr algn="r" latinLnBrk="0">
              <a:defRPr kumimoji="1" lang="ja-JP" sz="1200"/>
            </a:lvl1pPr>
          </a:lstStyle>
          <a:p>
            <a:fld id="{00F830A1-3891-4B82-A120-081866556DA0}" type="datetimeFigureOut">
              <a:pPr/>
              <a:t>2026/3/3</a:t>
            </a:fld>
            <a:endParaRPr kumimoji="1" lang="ja-JP"/>
          </a:p>
        </p:txBody>
      </p:sp>
      <p:sp>
        <p:nvSpPr>
          <p:cNvPr id="4" name="Slide Image Placeholder 3"/>
          <p:cNvSpPr>
            <a:spLocks noGrp="1" noRot="1" noChangeAspect="1"/>
          </p:cNvSpPr>
          <p:nvPr>
            <p:ph type="sldImg" idx="2"/>
          </p:nvPr>
        </p:nvSpPr>
        <p:spPr>
          <a:xfrm>
            <a:off x="142875" y="768350"/>
            <a:ext cx="6819900" cy="3836988"/>
          </a:xfrm>
          <a:prstGeom prst="rect">
            <a:avLst/>
          </a:prstGeom>
          <a:noFill/>
          <a:ln w="12700">
            <a:solidFill>
              <a:prstClr val="black"/>
            </a:solidFill>
          </a:ln>
        </p:spPr>
        <p:txBody>
          <a:bodyPr vert="horz" lIns="94669" tIns="47335" rIns="94669" bIns="47335" rtlCol="0" anchor="ctr"/>
          <a:lstStyle/>
          <a:p>
            <a:endParaRPr kumimoji="1" lang="ja-JP"/>
          </a:p>
        </p:txBody>
      </p:sp>
      <p:sp>
        <p:nvSpPr>
          <p:cNvPr id="5" name="Notes Placeholder 4"/>
          <p:cNvSpPr>
            <a:spLocks noGrp="1"/>
          </p:cNvSpPr>
          <p:nvPr>
            <p:ph type="body" sz="quarter" idx="3"/>
          </p:nvPr>
        </p:nvSpPr>
        <p:spPr>
          <a:xfrm>
            <a:off x="710408" y="4861442"/>
            <a:ext cx="5683250" cy="4605576"/>
          </a:xfrm>
          <a:prstGeom prst="rect">
            <a:avLst/>
          </a:prstGeom>
        </p:spPr>
        <p:txBody>
          <a:bodyPr vert="horz" lIns="94669" tIns="47335" rIns="94669" bIns="47335" rtlCol="0"/>
          <a:lstStyle/>
          <a:p>
            <a:pPr lvl="0"/>
            <a:r>
              <a:rPr kumimoji="1" lang="ja-JP"/>
              <a:t>マスター テキストの書式設定</a:t>
            </a:r>
          </a:p>
          <a:p>
            <a:pPr lvl="1"/>
            <a:r>
              <a:rPr kumimoji="1" lang="ja-JP"/>
              <a:t>第 2 レベル</a:t>
            </a:r>
          </a:p>
          <a:p>
            <a:pPr lvl="2"/>
            <a:r>
              <a:rPr kumimoji="1" lang="ja-JP"/>
              <a:t>第 3 レベル</a:t>
            </a:r>
          </a:p>
          <a:p>
            <a:pPr lvl="3"/>
            <a:r>
              <a:rPr kumimoji="1" lang="ja-JP"/>
              <a:t>第 4 レベル</a:t>
            </a:r>
          </a:p>
          <a:p>
            <a:pPr lvl="4"/>
            <a:r>
              <a:rPr kumimoji="1" lang="ja-JP"/>
              <a:t>第 5 レベル</a:t>
            </a:r>
          </a:p>
        </p:txBody>
      </p:sp>
      <p:sp>
        <p:nvSpPr>
          <p:cNvPr id="6" name="Footer Placeholder 5"/>
          <p:cNvSpPr>
            <a:spLocks noGrp="1"/>
          </p:cNvSpPr>
          <p:nvPr>
            <p:ph type="ftr" sz="quarter" idx="4"/>
          </p:nvPr>
        </p:nvSpPr>
        <p:spPr>
          <a:xfrm>
            <a:off x="2" y="9721107"/>
            <a:ext cx="3078427" cy="511731"/>
          </a:xfrm>
          <a:prstGeom prst="rect">
            <a:avLst/>
          </a:prstGeom>
        </p:spPr>
        <p:txBody>
          <a:bodyPr vert="horz" lIns="94669" tIns="47335" rIns="94669" bIns="47335" rtlCol="0" anchor="b"/>
          <a:lstStyle>
            <a:lvl1pPr algn="l" latinLnBrk="0">
              <a:defRPr kumimoji="1" lang="ja-JP" sz="1200"/>
            </a:lvl1pPr>
          </a:lstStyle>
          <a:p>
            <a:endParaRPr kumimoji="1" lang="ja-JP"/>
          </a:p>
        </p:txBody>
      </p:sp>
      <p:sp>
        <p:nvSpPr>
          <p:cNvPr id="7" name="Slide Number Placeholder 6"/>
          <p:cNvSpPr>
            <a:spLocks noGrp="1"/>
          </p:cNvSpPr>
          <p:nvPr>
            <p:ph type="sldNum" sz="quarter" idx="5"/>
          </p:nvPr>
        </p:nvSpPr>
        <p:spPr>
          <a:xfrm>
            <a:off x="4023993" y="9721107"/>
            <a:ext cx="3078427" cy="511731"/>
          </a:xfrm>
          <a:prstGeom prst="rect">
            <a:avLst/>
          </a:prstGeom>
        </p:spPr>
        <p:txBody>
          <a:bodyPr vert="horz" lIns="94669" tIns="47335" rIns="94669" bIns="47335" rtlCol="0" anchor="b"/>
          <a:lstStyle>
            <a:lvl1pPr algn="r" latinLnBrk="0">
              <a:defRPr kumimoji="1" lang="ja-JP" sz="1200"/>
            </a:lvl1pPr>
          </a:lstStyle>
          <a:p>
            <a:fld id="{58CC9574-A819-4FE4-99A7-1E27AD09ADC2}" type="slidenum">
              <a:pPr/>
              <a:t>‹#›</a:t>
            </a:fld>
            <a:endParaRPr kumimoji="1" lang="ja-JP"/>
          </a:p>
        </p:txBody>
      </p:sp>
    </p:spTree>
    <p:extLst>
      <p:ext uri="{BB962C8B-B14F-4D97-AF65-F5344CB8AC3E}">
        <p14:creationId xmlns:p14="http://schemas.microsoft.com/office/powerpoint/2010/main" val="313002131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lang="ja-JP" sz="1200" kern="1200">
        <a:solidFill>
          <a:schemeClr val="tx1"/>
        </a:solidFill>
        <a:latin typeface="+mn-lt"/>
        <a:ea typeface="+mn-ea"/>
        <a:cs typeface="+mn-cs"/>
      </a:defRPr>
    </a:lvl1pPr>
    <a:lvl2pPr marL="457200" algn="l" defTabSz="914400" rtl="0" eaLnBrk="1" latinLnBrk="0" hangingPunct="1">
      <a:defRPr kumimoji="1" lang="ja-JP" sz="1200" kern="1200">
        <a:solidFill>
          <a:schemeClr val="tx1"/>
        </a:solidFill>
        <a:latin typeface="+mn-lt"/>
        <a:ea typeface="+mn-ea"/>
        <a:cs typeface="+mn-cs"/>
      </a:defRPr>
    </a:lvl2pPr>
    <a:lvl3pPr marL="914400" algn="l" defTabSz="914400" rtl="0" eaLnBrk="1" latinLnBrk="0" hangingPunct="1">
      <a:defRPr kumimoji="1" lang="ja-JP" sz="1200" kern="1200">
        <a:solidFill>
          <a:schemeClr val="tx1"/>
        </a:solidFill>
        <a:latin typeface="+mn-lt"/>
        <a:ea typeface="+mn-ea"/>
        <a:cs typeface="+mn-cs"/>
      </a:defRPr>
    </a:lvl3pPr>
    <a:lvl4pPr marL="1371600" algn="l" defTabSz="914400" rtl="0" eaLnBrk="1" latinLnBrk="0" hangingPunct="1">
      <a:defRPr kumimoji="1" lang="ja-JP" sz="1200" kern="1200">
        <a:solidFill>
          <a:schemeClr val="tx1"/>
        </a:solidFill>
        <a:latin typeface="+mn-lt"/>
        <a:ea typeface="+mn-ea"/>
        <a:cs typeface="+mn-cs"/>
      </a:defRPr>
    </a:lvl4pPr>
    <a:lvl5pPr marL="1828800" algn="l" defTabSz="914400" rtl="0" eaLnBrk="1" latinLnBrk="0" hangingPunct="1">
      <a:defRPr kumimoji="1" lang="ja-JP" sz="1200" kern="1200">
        <a:solidFill>
          <a:schemeClr val="tx1"/>
        </a:solidFill>
        <a:latin typeface="+mn-lt"/>
        <a:ea typeface="+mn-ea"/>
        <a:cs typeface="+mn-cs"/>
      </a:defRPr>
    </a:lvl5pPr>
    <a:lvl6pPr marL="2286000" algn="l" defTabSz="914400" rtl="0" eaLnBrk="1" latinLnBrk="0" hangingPunct="1">
      <a:defRPr kumimoji="1" lang="ja-JP" sz="1200" kern="1200">
        <a:solidFill>
          <a:schemeClr val="tx1"/>
        </a:solidFill>
        <a:latin typeface="+mn-lt"/>
        <a:ea typeface="+mn-ea"/>
        <a:cs typeface="+mn-cs"/>
      </a:defRPr>
    </a:lvl6pPr>
    <a:lvl7pPr marL="2743200" algn="l" defTabSz="914400" rtl="0" eaLnBrk="1" latinLnBrk="0" hangingPunct="1">
      <a:defRPr kumimoji="1" lang="ja-JP" sz="1200" kern="1200">
        <a:solidFill>
          <a:schemeClr val="tx1"/>
        </a:solidFill>
        <a:latin typeface="+mn-lt"/>
        <a:ea typeface="+mn-ea"/>
        <a:cs typeface="+mn-cs"/>
      </a:defRPr>
    </a:lvl7pPr>
    <a:lvl8pPr marL="3200400" algn="l" defTabSz="914400" rtl="0" eaLnBrk="1" latinLnBrk="0" hangingPunct="1">
      <a:defRPr kumimoji="1" lang="ja-JP" sz="1200" kern="1200">
        <a:solidFill>
          <a:schemeClr val="tx1"/>
        </a:solidFill>
        <a:latin typeface="+mn-lt"/>
        <a:ea typeface="+mn-ea"/>
        <a:cs typeface="+mn-cs"/>
      </a:defRPr>
    </a:lvl8pPr>
    <a:lvl9pPr marL="3657600" algn="l" defTabSz="914400" rtl="0" eaLnBrk="1" latinLnBrk="0" hangingPunct="1">
      <a:defRPr kumimoji="1" lang="ja-JP"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8CC9574-A819-4FE4-99A7-1E27AD09ADC2}" type="slidenum">
              <a:rPr lang="en-US" altLang="ja-JP" smtClean="0"/>
              <a:pPr/>
              <a:t>5</a:t>
            </a:fld>
            <a:endParaRPr kumimoji="1" lang="ja-JP" altLang="en-US"/>
          </a:p>
        </p:txBody>
      </p:sp>
    </p:spTree>
    <p:extLst>
      <p:ext uri="{BB962C8B-B14F-4D97-AF65-F5344CB8AC3E}">
        <p14:creationId xmlns:p14="http://schemas.microsoft.com/office/powerpoint/2010/main" val="956966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ノンブルなし">
    <p:spTree>
      <p:nvGrpSpPr>
        <p:cNvPr id="1" name=""/>
        <p:cNvGrpSpPr/>
        <p:nvPr/>
      </p:nvGrpSpPr>
      <p:grpSpPr>
        <a:xfrm>
          <a:off x="0" y="0"/>
          <a:ext cx="0" cy="0"/>
          <a:chOff x="0" y="0"/>
          <a:chExt cx="0" cy="0"/>
        </a:xfrm>
      </p:grpSpPr>
      <p:sp>
        <p:nvSpPr>
          <p:cNvPr id="13" name="Footer Placeholder 4"/>
          <p:cNvSpPr txBox="1">
            <a:spLocks/>
          </p:cNvSpPr>
          <p:nvPr userDrawn="1"/>
        </p:nvSpPr>
        <p:spPr>
          <a:xfrm>
            <a:off x="-9197" y="6492876"/>
            <a:ext cx="12201197" cy="365125"/>
          </a:xfrm>
          <a:prstGeom prst="rect">
            <a:avLst/>
          </a:prstGeom>
          <a:solidFill>
            <a:schemeClr val="bg1">
              <a:lumMod val="95000"/>
            </a:schemeClr>
          </a:solidFill>
        </p:spPr>
        <p:txBody>
          <a:bodyPr vert="horz" lIns="91440" tIns="45720" rIns="91440" bIns="45720" rtlCol="0" anchor="ctr"/>
          <a:lstStyle>
            <a:defPPr>
              <a:defRPr kumimoji="1" lang="ja-JP"/>
            </a:defPPr>
            <a:lvl1pPr marL="0" algn="ctr" defTabSz="914400" rtl="0" eaLnBrk="1" latinLnBrk="0" hangingPunct="1">
              <a:defRPr kumimoji="0" lang="ja-JP" sz="1050" b="1" kern="1200">
                <a:solidFill>
                  <a:schemeClr val="bg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a:lstStyle>
          <a:p>
            <a:r>
              <a:rPr lang="en-US" altLang="ja-JP" sz="1000" b="0" dirty="0">
                <a:solidFill>
                  <a:schemeClr val="tx1">
                    <a:lumMod val="75000"/>
                    <a:lumOff val="25000"/>
                  </a:schemeClr>
                </a:solidFill>
                <a:latin typeface="Myriad Pro" pitchFamily="34" charset="0"/>
              </a:rPr>
              <a:t>©CIMTOPS Corporation</a:t>
            </a:r>
          </a:p>
        </p:txBody>
      </p:sp>
      <p:cxnSp>
        <p:nvCxnSpPr>
          <p:cNvPr id="17" name="直線コネクタ 16"/>
          <p:cNvCxnSpPr/>
          <p:nvPr userDrawn="1"/>
        </p:nvCxnSpPr>
        <p:spPr>
          <a:xfrm>
            <a:off x="0" y="6492875"/>
            <a:ext cx="12192000" cy="0"/>
          </a:xfrm>
          <a:prstGeom prst="line">
            <a:avLst/>
          </a:prstGeom>
          <a:ln w="6350">
            <a:solidFill>
              <a:schemeClr val="bg1">
                <a:lumMod val="85000"/>
              </a:schemeClr>
            </a:solidFill>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41598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ノンブルあり">
    <p:spTree>
      <p:nvGrpSpPr>
        <p:cNvPr id="1" name=""/>
        <p:cNvGrpSpPr/>
        <p:nvPr/>
      </p:nvGrpSpPr>
      <p:grpSpPr>
        <a:xfrm>
          <a:off x="0" y="0"/>
          <a:ext cx="0" cy="0"/>
          <a:chOff x="0" y="0"/>
          <a:chExt cx="0" cy="0"/>
        </a:xfrm>
      </p:grpSpPr>
      <p:sp>
        <p:nvSpPr>
          <p:cNvPr id="13" name="Footer Placeholder 4"/>
          <p:cNvSpPr txBox="1">
            <a:spLocks/>
          </p:cNvSpPr>
          <p:nvPr userDrawn="1"/>
        </p:nvSpPr>
        <p:spPr>
          <a:xfrm>
            <a:off x="-9197" y="6492876"/>
            <a:ext cx="12201197" cy="365125"/>
          </a:xfrm>
          <a:prstGeom prst="rect">
            <a:avLst/>
          </a:prstGeom>
          <a:solidFill>
            <a:schemeClr val="bg1">
              <a:lumMod val="95000"/>
            </a:schemeClr>
          </a:solidFill>
        </p:spPr>
        <p:txBody>
          <a:bodyPr vert="horz" lIns="91440" tIns="45720" rIns="91440" bIns="45720" rtlCol="0" anchor="ctr"/>
          <a:lstStyle>
            <a:defPPr>
              <a:defRPr kumimoji="1" lang="ja-JP"/>
            </a:defPPr>
            <a:lvl1pPr marL="0" algn="ctr" defTabSz="914400" rtl="0" eaLnBrk="1" latinLnBrk="0" hangingPunct="1">
              <a:defRPr kumimoji="0" lang="ja-JP" sz="1050" b="1" kern="1200">
                <a:solidFill>
                  <a:schemeClr val="bg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a:lstStyle>
          <a:p>
            <a:r>
              <a:rPr lang="en-US" altLang="ja-JP" sz="1000" b="0" dirty="0">
                <a:solidFill>
                  <a:schemeClr val="tx1">
                    <a:lumMod val="75000"/>
                    <a:lumOff val="25000"/>
                  </a:schemeClr>
                </a:solidFill>
                <a:latin typeface="Myriad Pro" pitchFamily="34" charset="0"/>
              </a:rPr>
              <a:t>©CIMTOPS Corporation</a:t>
            </a:r>
          </a:p>
        </p:txBody>
      </p:sp>
      <p:cxnSp>
        <p:nvCxnSpPr>
          <p:cNvPr id="17" name="直線コネクタ 16"/>
          <p:cNvCxnSpPr/>
          <p:nvPr userDrawn="1"/>
        </p:nvCxnSpPr>
        <p:spPr>
          <a:xfrm>
            <a:off x="0" y="6492875"/>
            <a:ext cx="12192000" cy="0"/>
          </a:xfrm>
          <a:prstGeom prst="line">
            <a:avLst/>
          </a:prstGeom>
          <a:ln w="6350">
            <a:solidFill>
              <a:schemeClr val="bg1">
                <a:lumMod val="85000"/>
              </a:schemeClr>
            </a:solidFill>
          </a:ln>
          <a:effectLst/>
        </p:spPr>
        <p:style>
          <a:lnRef idx="1">
            <a:schemeClr val="dk1"/>
          </a:lnRef>
          <a:fillRef idx="0">
            <a:schemeClr val="dk1"/>
          </a:fillRef>
          <a:effectRef idx="0">
            <a:schemeClr val="dk1"/>
          </a:effectRef>
          <a:fontRef idx="minor">
            <a:schemeClr val="tx1"/>
          </a:fontRef>
        </p:style>
      </p:cxnSp>
      <p:sp>
        <p:nvSpPr>
          <p:cNvPr id="4" name="テキスト ボックス 3">
            <a:extLst>
              <a:ext uri="{FF2B5EF4-FFF2-40B4-BE49-F238E27FC236}">
                <a16:creationId xmlns:a16="http://schemas.microsoft.com/office/drawing/2014/main" id="{7C0E1241-FF73-43E8-954B-3F3CACF2BC29}"/>
              </a:ext>
            </a:extLst>
          </p:cNvPr>
          <p:cNvSpPr txBox="1"/>
          <p:nvPr userDrawn="1"/>
        </p:nvSpPr>
        <p:spPr>
          <a:xfrm>
            <a:off x="11423915" y="6492876"/>
            <a:ext cx="768085" cy="365125"/>
          </a:xfrm>
          <a:prstGeom prst="rect">
            <a:avLst/>
          </a:prstGeom>
          <a:noFill/>
        </p:spPr>
        <p:txBody>
          <a:bodyPr wrap="square" rtlCol="0" anchor="ctr">
            <a:noAutofit/>
          </a:bodyPr>
          <a:lstStyle/>
          <a:p>
            <a:pPr algn="ctr"/>
            <a:fld id="{5FB837A6-7C55-4832-9375-068F3190A347}" type="slidenum">
              <a:rPr kumimoji="1" lang="ja-JP" altLang="en-US" sz="1100" smtClean="0">
                <a:solidFill>
                  <a:schemeClr val="tx1">
                    <a:lumMod val="75000"/>
                    <a:lumOff val="25000"/>
                  </a:schemeClr>
                </a:solidFill>
                <a:latin typeface="Myriad Pro" pitchFamily="34" charset="0"/>
              </a:rPr>
              <a:pPr algn="ctr"/>
              <a:t>‹#›</a:t>
            </a:fld>
            <a:endParaRPr kumimoji="1" lang="ja-JP" altLang="en-US" sz="1100" dirty="0">
              <a:solidFill>
                <a:schemeClr val="tx1">
                  <a:lumMod val="75000"/>
                  <a:lumOff val="25000"/>
                </a:schemeClr>
              </a:solidFill>
              <a:latin typeface="Myriad Pro" pitchFamily="34" charset="0"/>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標準">
    <p:spTree>
      <p:nvGrpSpPr>
        <p:cNvPr id="1" name=""/>
        <p:cNvGrpSpPr/>
        <p:nvPr/>
      </p:nvGrpSpPr>
      <p:grpSpPr>
        <a:xfrm>
          <a:off x="0" y="0"/>
          <a:ext cx="0" cy="0"/>
          <a:chOff x="0" y="0"/>
          <a:chExt cx="0" cy="0"/>
        </a:xfrm>
      </p:grpSpPr>
      <p:sp>
        <p:nvSpPr>
          <p:cNvPr id="5" name="Footer Placeholder 4"/>
          <p:cNvSpPr txBox="1">
            <a:spLocks/>
          </p:cNvSpPr>
          <p:nvPr userDrawn="1"/>
        </p:nvSpPr>
        <p:spPr>
          <a:xfrm>
            <a:off x="-9197" y="6492876"/>
            <a:ext cx="12201197" cy="365125"/>
          </a:xfrm>
          <a:prstGeom prst="rect">
            <a:avLst/>
          </a:prstGeom>
          <a:solidFill>
            <a:schemeClr val="bg1">
              <a:lumMod val="95000"/>
            </a:schemeClr>
          </a:solidFill>
          <a:ln>
            <a:noFill/>
          </a:ln>
        </p:spPr>
        <p:txBody>
          <a:bodyPr vert="horz" lIns="91440" tIns="45720" rIns="91440" bIns="45720" rtlCol="0" anchor="ctr"/>
          <a:lstStyle>
            <a:defPPr>
              <a:defRPr kumimoji="1" lang="ja-JP"/>
            </a:defPPr>
            <a:lvl1pPr marL="0" algn="ctr" defTabSz="914400" rtl="0" eaLnBrk="1" latinLnBrk="0" hangingPunct="1">
              <a:defRPr kumimoji="0" lang="ja-JP" sz="1050" b="1" kern="1200">
                <a:solidFill>
                  <a:schemeClr val="bg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a:lstStyle>
          <a:p>
            <a:r>
              <a:rPr lang="en-US" altLang="ja-JP" sz="1000" b="0" dirty="0">
                <a:solidFill>
                  <a:schemeClr val="tx1">
                    <a:lumMod val="75000"/>
                    <a:lumOff val="25000"/>
                  </a:schemeClr>
                </a:solidFill>
                <a:latin typeface="Myriad Pro" pitchFamily="34" charset="0"/>
              </a:rPr>
              <a:t>©CIMTOPS Corporation</a:t>
            </a:r>
          </a:p>
        </p:txBody>
      </p:sp>
      <p:sp>
        <p:nvSpPr>
          <p:cNvPr id="6" name="テキスト ボックス 5"/>
          <p:cNvSpPr txBox="1"/>
          <p:nvPr userDrawn="1"/>
        </p:nvSpPr>
        <p:spPr>
          <a:xfrm>
            <a:off x="11423915" y="6492876"/>
            <a:ext cx="768085" cy="365125"/>
          </a:xfrm>
          <a:prstGeom prst="rect">
            <a:avLst/>
          </a:prstGeom>
          <a:noFill/>
        </p:spPr>
        <p:txBody>
          <a:bodyPr wrap="square" rtlCol="0" anchor="ctr">
            <a:noAutofit/>
          </a:bodyPr>
          <a:lstStyle/>
          <a:p>
            <a:pPr algn="ctr"/>
            <a:fld id="{5FB837A6-7C55-4832-9375-068F3190A347}" type="slidenum">
              <a:rPr kumimoji="1" lang="ja-JP" altLang="en-US" sz="1100" smtClean="0">
                <a:solidFill>
                  <a:schemeClr val="tx1">
                    <a:lumMod val="75000"/>
                    <a:lumOff val="25000"/>
                  </a:schemeClr>
                </a:solidFill>
                <a:latin typeface="Myriad Pro" pitchFamily="34" charset="0"/>
              </a:rPr>
              <a:pPr algn="ctr"/>
              <a:t>‹#›</a:t>
            </a:fld>
            <a:endParaRPr kumimoji="1" lang="ja-JP" altLang="en-US" sz="1100" dirty="0">
              <a:solidFill>
                <a:schemeClr val="tx1">
                  <a:lumMod val="75000"/>
                  <a:lumOff val="25000"/>
                </a:schemeClr>
              </a:solidFill>
              <a:latin typeface="Myriad Pro" pitchFamily="34" charset="0"/>
            </a:endParaRPr>
          </a:p>
        </p:txBody>
      </p:sp>
      <p:cxnSp>
        <p:nvCxnSpPr>
          <p:cNvPr id="10" name="直線コネクタ 9"/>
          <p:cNvCxnSpPr/>
          <p:nvPr userDrawn="1"/>
        </p:nvCxnSpPr>
        <p:spPr>
          <a:xfrm>
            <a:off x="0" y="6492875"/>
            <a:ext cx="12192000" cy="0"/>
          </a:xfrm>
          <a:prstGeom prst="line">
            <a:avLst/>
          </a:prstGeom>
          <a:ln w="6350">
            <a:solidFill>
              <a:schemeClr val="bg1">
                <a:lumMod val="85000"/>
              </a:schemeClr>
            </a:solidFill>
          </a:ln>
          <a:effectLst/>
        </p:spPr>
        <p:style>
          <a:lnRef idx="1">
            <a:schemeClr val="dk1"/>
          </a:lnRef>
          <a:fillRef idx="0">
            <a:schemeClr val="dk1"/>
          </a:fillRef>
          <a:effectRef idx="0">
            <a:schemeClr val="dk1"/>
          </a:effectRef>
          <a:fontRef idx="minor">
            <a:schemeClr val="tx1"/>
          </a:fontRef>
        </p:style>
      </p:cxnSp>
      <p:sp>
        <p:nvSpPr>
          <p:cNvPr id="7" name="テキスト ボックス 6"/>
          <p:cNvSpPr txBox="1"/>
          <p:nvPr userDrawn="1"/>
        </p:nvSpPr>
        <p:spPr>
          <a:xfrm>
            <a:off x="0" y="0"/>
            <a:ext cx="12192000" cy="620688"/>
          </a:xfrm>
          <a:prstGeom prst="rect">
            <a:avLst/>
          </a:prstGeom>
          <a:solidFill>
            <a:srgbClr val="004994"/>
          </a:solidFill>
          <a:ln>
            <a:solidFill>
              <a:srgbClr val="004994"/>
            </a:solidFill>
          </a:ln>
        </p:spPr>
        <p:txBody>
          <a:bodyPr wrap="square" tIns="72000" bIns="0" rtlCol="0" anchor="ctr">
            <a:noAutofit/>
          </a:bodyPr>
          <a:lstStyle/>
          <a:p>
            <a:pPr marL="177800"/>
            <a:endParaRPr lang="ja-JP" altLang="en-US" sz="2400" b="1" dirty="0">
              <a:solidFill>
                <a:schemeClr val="bg1"/>
              </a:solidFill>
              <a:latin typeface="メイリオ" pitchFamily="50" charset="-128"/>
              <a:ea typeface="メイリオ" pitchFamily="50" charset="-128"/>
              <a:cs typeface="メイリオ" pitchFamily="50" charset="-128"/>
            </a:endParaRPr>
          </a:p>
        </p:txBody>
      </p:sp>
    </p:spTree>
  </p:cSld>
  <p:clrMapOvr>
    <a:masterClrMapping/>
  </p:clrMapOvr>
  <p:hf hdr="0" ft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
        <p:nvSpPr>
          <p:cNvPr id="5" name="Footer Placeholder 4"/>
          <p:cNvSpPr txBox="1">
            <a:spLocks/>
          </p:cNvSpPr>
          <p:nvPr userDrawn="1"/>
        </p:nvSpPr>
        <p:spPr>
          <a:xfrm>
            <a:off x="-9197" y="6492876"/>
            <a:ext cx="12201197" cy="365125"/>
          </a:xfrm>
          <a:prstGeom prst="rect">
            <a:avLst/>
          </a:prstGeom>
          <a:solidFill>
            <a:srgbClr val="FF9500"/>
          </a:solidFill>
          <a:ln>
            <a:solidFill>
              <a:srgbClr val="FF9500"/>
            </a:solidFill>
          </a:ln>
        </p:spPr>
        <p:txBody>
          <a:bodyPr vert="horz" lIns="91440" tIns="45720" rIns="91440" bIns="45720" rtlCol="0" anchor="ctr"/>
          <a:lstStyle>
            <a:defPPr>
              <a:defRPr kumimoji="1" lang="ja-JP"/>
            </a:defPPr>
            <a:lvl1pPr marL="0" algn="ctr" defTabSz="914400" rtl="0" eaLnBrk="1" latinLnBrk="0" hangingPunct="1">
              <a:defRPr kumimoji="0" lang="ja-JP" sz="1050" b="1" kern="1200">
                <a:solidFill>
                  <a:schemeClr val="bg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b="0">
                <a:solidFill>
                  <a:schemeClr val="tx1">
                    <a:lumMod val="75000"/>
                    <a:lumOff val="25000"/>
                  </a:schemeClr>
                </a:solidFill>
                <a:latin typeface="Myriad Pro" pitchFamily="34" charset="0"/>
              </a:rPr>
              <a:t>©CIMTOPS Corporation</a:t>
            </a:r>
          </a:p>
        </p:txBody>
      </p:sp>
      <p:sp>
        <p:nvSpPr>
          <p:cNvPr id="6" name="テキスト ボックス 5"/>
          <p:cNvSpPr txBox="1"/>
          <p:nvPr userDrawn="1"/>
        </p:nvSpPr>
        <p:spPr>
          <a:xfrm>
            <a:off x="11423915" y="6492876"/>
            <a:ext cx="768085" cy="365125"/>
          </a:xfrm>
          <a:prstGeom prst="rect">
            <a:avLst/>
          </a:prstGeom>
          <a:noFill/>
        </p:spPr>
        <p:txBody>
          <a:bodyPr wrap="square" rtlCol="0" anchor="ctr">
            <a:noAutofit/>
          </a:bodyPr>
          <a:lstStyle/>
          <a:p>
            <a:pPr algn="ctr"/>
            <a:fld id="{5FB837A6-7C55-4832-9375-068F3190A347}" type="slidenum">
              <a:rPr kumimoji="1" lang="ja-JP" altLang="en-US" sz="1100" smtClean="0">
                <a:solidFill>
                  <a:schemeClr val="tx1">
                    <a:lumMod val="75000"/>
                    <a:lumOff val="25000"/>
                  </a:schemeClr>
                </a:solidFill>
                <a:latin typeface="Myriad Pro" pitchFamily="34" charset="0"/>
              </a:rPr>
              <a:pPr algn="ctr"/>
              <a:t>‹#›</a:t>
            </a:fld>
            <a:endParaRPr kumimoji="1" lang="ja-JP" altLang="en-US" sz="1100">
              <a:solidFill>
                <a:schemeClr val="tx1">
                  <a:lumMod val="75000"/>
                  <a:lumOff val="25000"/>
                </a:schemeClr>
              </a:solidFill>
              <a:latin typeface="Myriad Pro" pitchFamily="34" charset="0"/>
            </a:endParaRPr>
          </a:p>
        </p:txBody>
      </p:sp>
      <p:cxnSp>
        <p:nvCxnSpPr>
          <p:cNvPr id="10" name="直線コネクタ 9"/>
          <p:cNvCxnSpPr/>
          <p:nvPr userDrawn="1"/>
        </p:nvCxnSpPr>
        <p:spPr>
          <a:xfrm>
            <a:off x="0" y="6492875"/>
            <a:ext cx="12192000" cy="0"/>
          </a:xfrm>
          <a:prstGeom prst="line">
            <a:avLst/>
          </a:prstGeom>
          <a:ln w="6350">
            <a:solidFill>
              <a:schemeClr val="bg1">
                <a:lumMod val="85000"/>
              </a:schemeClr>
            </a:solidFill>
          </a:ln>
          <a:effectLst/>
        </p:spPr>
        <p:style>
          <a:lnRef idx="1">
            <a:schemeClr val="dk1"/>
          </a:lnRef>
          <a:fillRef idx="0">
            <a:schemeClr val="dk1"/>
          </a:fillRef>
          <a:effectRef idx="0">
            <a:schemeClr val="dk1"/>
          </a:effectRef>
          <a:fontRef idx="minor">
            <a:schemeClr val="tx1"/>
          </a:fontRef>
        </p:style>
      </p:cxnSp>
      <p:sp>
        <p:nvSpPr>
          <p:cNvPr id="7" name="テキスト ボックス 6"/>
          <p:cNvSpPr txBox="1"/>
          <p:nvPr userDrawn="1"/>
        </p:nvSpPr>
        <p:spPr>
          <a:xfrm>
            <a:off x="0" y="0"/>
            <a:ext cx="12192000" cy="620688"/>
          </a:xfrm>
          <a:prstGeom prst="rect">
            <a:avLst/>
          </a:prstGeom>
          <a:solidFill>
            <a:srgbClr val="FF9500"/>
          </a:solidFill>
          <a:ln>
            <a:solidFill>
              <a:srgbClr val="FF9500"/>
            </a:solidFill>
          </a:ln>
        </p:spPr>
        <p:txBody>
          <a:bodyPr wrap="square" tIns="72000" bIns="0" rtlCol="0" anchor="ctr">
            <a:noAutofit/>
          </a:bodyPr>
          <a:lstStyle/>
          <a:p>
            <a:pPr marL="177800"/>
            <a:endParaRPr lang="ja-JP" altLang="en-US" sz="2400" b="1" dirty="0">
              <a:solidFill>
                <a:schemeClr val="bg1"/>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349773986"/>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白紙">
    <p:spTree>
      <p:nvGrpSpPr>
        <p:cNvPr id="1" name=""/>
        <p:cNvGrpSpPr/>
        <p:nvPr/>
      </p:nvGrpSpPr>
      <p:grpSpPr>
        <a:xfrm>
          <a:off x="0" y="0"/>
          <a:ext cx="0" cy="0"/>
          <a:chOff x="0" y="0"/>
          <a:chExt cx="0" cy="0"/>
        </a:xfrm>
      </p:grpSpPr>
      <p:sp>
        <p:nvSpPr>
          <p:cNvPr id="5" name="Footer Placeholder 4"/>
          <p:cNvSpPr txBox="1">
            <a:spLocks/>
          </p:cNvSpPr>
          <p:nvPr userDrawn="1"/>
        </p:nvSpPr>
        <p:spPr>
          <a:xfrm>
            <a:off x="-9197" y="6492876"/>
            <a:ext cx="12201197" cy="365125"/>
          </a:xfrm>
          <a:prstGeom prst="rect">
            <a:avLst/>
          </a:prstGeom>
          <a:solidFill>
            <a:srgbClr val="1AA1A9"/>
          </a:solidFill>
          <a:ln>
            <a:solidFill>
              <a:srgbClr val="1AA1A9"/>
            </a:solidFill>
          </a:ln>
        </p:spPr>
        <p:txBody>
          <a:bodyPr vert="horz" lIns="91440" tIns="45720" rIns="91440" bIns="45720" rtlCol="0" anchor="ctr"/>
          <a:lstStyle>
            <a:defPPr>
              <a:defRPr kumimoji="1" lang="ja-JP"/>
            </a:defPPr>
            <a:lvl1pPr marL="0" algn="ctr" defTabSz="914400" rtl="0" eaLnBrk="1" latinLnBrk="0" hangingPunct="1">
              <a:defRPr kumimoji="0" lang="ja-JP" sz="1050" b="1" kern="1200">
                <a:solidFill>
                  <a:schemeClr val="bg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b="0">
                <a:solidFill>
                  <a:schemeClr val="tx1">
                    <a:lumMod val="75000"/>
                    <a:lumOff val="25000"/>
                  </a:schemeClr>
                </a:solidFill>
                <a:latin typeface="Myriad Pro" pitchFamily="34" charset="0"/>
              </a:rPr>
              <a:t>©CIMTOPS Corporation</a:t>
            </a:r>
          </a:p>
        </p:txBody>
      </p:sp>
      <p:sp>
        <p:nvSpPr>
          <p:cNvPr id="6" name="テキスト ボックス 5"/>
          <p:cNvSpPr txBox="1"/>
          <p:nvPr userDrawn="1"/>
        </p:nvSpPr>
        <p:spPr>
          <a:xfrm>
            <a:off x="11423915" y="6492876"/>
            <a:ext cx="768085" cy="365125"/>
          </a:xfrm>
          <a:prstGeom prst="rect">
            <a:avLst/>
          </a:prstGeom>
          <a:noFill/>
        </p:spPr>
        <p:txBody>
          <a:bodyPr wrap="square" rtlCol="0" anchor="ctr">
            <a:noAutofit/>
          </a:bodyPr>
          <a:lstStyle/>
          <a:p>
            <a:pPr algn="ctr"/>
            <a:fld id="{5FB837A6-7C55-4832-9375-068F3190A347}" type="slidenum">
              <a:rPr kumimoji="1" lang="ja-JP" altLang="en-US" sz="1100" smtClean="0">
                <a:solidFill>
                  <a:schemeClr val="tx1">
                    <a:lumMod val="75000"/>
                    <a:lumOff val="25000"/>
                  </a:schemeClr>
                </a:solidFill>
                <a:latin typeface="Myriad Pro" pitchFamily="34" charset="0"/>
              </a:rPr>
              <a:pPr algn="ctr"/>
              <a:t>‹#›</a:t>
            </a:fld>
            <a:endParaRPr kumimoji="1" lang="ja-JP" altLang="en-US" sz="1100">
              <a:solidFill>
                <a:schemeClr val="tx1">
                  <a:lumMod val="75000"/>
                  <a:lumOff val="25000"/>
                </a:schemeClr>
              </a:solidFill>
              <a:latin typeface="Myriad Pro" pitchFamily="34" charset="0"/>
            </a:endParaRPr>
          </a:p>
        </p:txBody>
      </p:sp>
      <p:cxnSp>
        <p:nvCxnSpPr>
          <p:cNvPr id="10" name="直線コネクタ 9"/>
          <p:cNvCxnSpPr/>
          <p:nvPr userDrawn="1"/>
        </p:nvCxnSpPr>
        <p:spPr>
          <a:xfrm>
            <a:off x="0" y="6492875"/>
            <a:ext cx="12192000" cy="0"/>
          </a:xfrm>
          <a:prstGeom prst="line">
            <a:avLst/>
          </a:prstGeom>
          <a:ln w="6350">
            <a:solidFill>
              <a:schemeClr val="bg1">
                <a:lumMod val="85000"/>
              </a:schemeClr>
            </a:solidFill>
          </a:ln>
          <a:effectLst/>
        </p:spPr>
        <p:style>
          <a:lnRef idx="1">
            <a:schemeClr val="dk1"/>
          </a:lnRef>
          <a:fillRef idx="0">
            <a:schemeClr val="dk1"/>
          </a:fillRef>
          <a:effectRef idx="0">
            <a:schemeClr val="dk1"/>
          </a:effectRef>
          <a:fontRef idx="minor">
            <a:schemeClr val="tx1"/>
          </a:fontRef>
        </p:style>
      </p:cxnSp>
      <p:sp>
        <p:nvSpPr>
          <p:cNvPr id="7" name="テキスト ボックス 6"/>
          <p:cNvSpPr txBox="1"/>
          <p:nvPr userDrawn="1"/>
        </p:nvSpPr>
        <p:spPr>
          <a:xfrm>
            <a:off x="0" y="0"/>
            <a:ext cx="12192000" cy="620688"/>
          </a:xfrm>
          <a:prstGeom prst="rect">
            <a:avLst/>
          </a:prstGeom>
          <a:solidFill>
            <a:srgbClr val="1AA1A9"/>
          </a:solidFill>
          <a:ln>
            <a:solidFill>
              <a:srgbClr val="1AA1A9"/>
            </a:solidFill>
          </a:ln>
        </p:spPr>
        <p:txBody>
          <a:bodyPr wrap="square" tIns="72000" bIns="0" rtlCol="0" anchor="ctr">
            <a:noAutofit/>
          </a:bodyPr>
          <a:lstStyle/>
          <a:p>
            <a:pPr marL="177800"/>
            <a:endParaRPr lang="ja-JP" altLang="en-US" sz="2400" b="1" dirty="0">
              <a:solidFill>
                <a:schemeClr val="bg1"/>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851746551"/>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pPr eaLnBrk="1" latinLnBrk="0" hangingPunct="1"/>
            <a:r>
              <a:rPr kumimoji="0" lang="ja-JP" altLang="en-US"/>
              <a:t>マスター タイトルの書式設定</a:t>
            </a:r>
            <a:endParaRPr kumimoji="0"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latinLnBrk="0" hangingPunct="1">
              <a:defRPr kumimoji="0" lang="ja-JP" sz="1200">
                <a:solidFill>
                  <a:schemeClr val="tx1">
                    <a:tint val="75000"/>
                  </a:schemeClr>
                </a:solidFill>
              </a:defRPr>
            </a:lvl1pPr>
          </a:lstStyle>
          <a:p>
            <a:fld id="{A258050E-B668-4FA7-85AD-C750C80A6E9B}" type="datetimeFigureOut">
              <a:pPr/>
              <a:t>2026/3/3</a:t>
            </a:fld>
            <a:endParaRPr kumimoji="0" lang="ja-JP"/>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latinLnBrk="0" hangingPunct="1">
              <a:defRPr kumimoji="0" lang="ja-JP" sz="1200">
                <a:solidFill>
                  <a:schemeClr val="tx1">
                    <a:tint val="75000"/>
                  </a:schemeClr>
                </a:solidFill>
              </a:defRPr>
            </a:lvl1pPr>
          </a:lstStyle>
          <a:p>
            <a:endParaRPr kumimoji="0" lang="ja-JP"/>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eaLnBrk="1" latinLnBrk="0" hangingPunct="1">
              <a:defRPr kumimoji="0" lang="ja-JP" sz="1200">
                <a:solidFill>
                  <a:schemeClr val="tx1">
                    <a:tint val="75000"/>
                  </a:schemeClr>
                </a:solidFill>
              </a:defRPr>
            </a:lvl1pPr>
          </a:lstStyle>
          <a:p>
            <a:fld id="{240D5ECE-8B49-45CD-BE81-EF81920D1969}" type="slidenum">
              <a:pPr/>
              <a:t>‹#›</a:t>
            </a:fld>
            <a:endParaRPr kumimoji="0" lang="ja-JP"/>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eaLnBrk="1" latinLnBrk="0" hangingPunct="1"/>
            <a:r>
              <a:rPr kumimoji="0" lang="ja-JP" altLang="en-US"/>
              <a:t>マスター テキストの書式設定</a:t>
            </a:r>
          </a:p>
          <a:p>
            <a:pPr lvl="1" eaLnBrk="1" latinLnBrk="0" hangingPunct="1"/>
            <a:r>
              <a:rPr kumimoji="0" lang="ja-JP" altLang="en-US"/>
              <a:t>第 </a:t>
            </a:r>
            <a:r>
              <a:rPr kumimoji="0" lang="en-US" altLang="ja-JP"/>
              <a:t>2 </a:t>
            </a:r>
            <a:r>
              <a:rPr kumimoji="0" lang="ja-JP" altLang="en-US"/>
              <a:t>レベル</a:t>
            </a:r>
          </a:p>
          <a:p>
            <a:pPr lvl="2" eaLnBrk="1" latinLnBrk="0" hangingPunct="1"/>
            <a:r>
              <a:rPr kumimoji="0" lang="ja-JP" altLang="en-US"/>
              <a:t>第 </a:t>
            </a:r>
            <a:r>
              <a:rPr kumimoji="0" lang="en-US" altLang="ja-JP"/>
              <a:t>3 </a:t>
            </a:r>
            <a:r>
              <a:rPr kumimoji="0" lang="ja-JP" altLang="en-US"/>
              <a:t>レベル</a:t>
            </a:r>
          </a:p>
          <a:p>
            <a:pPr lvl="3" eaLnBrk="1" latinLnBrk="0" hangingPunct="1"/>
            <a:r>
              <a:rPr kumimoji="0" lang="ja-JP" altLang="en-US"/>
              <a:t>第 </a:t>
            </a:r>
            <a:r>
              <a:rPr kumimoji="0" lang="en-US" altLang="ja-JP"/>
              <a:t>4 </a:t>
            </a:r>
            <a:r>
              <a:rPr kumimoji="0" lang="ja-JP" altLang="en-US"/>
              <a:t>レベル</a:t>
            </a:r>
          </a:p>
          <a:p>
            <a:pPr lvl="4" eaLnBrk="1" latinLnBrk="0" hangingPunct="1"/>
            <a:r>
              <a:rPr kumimoji="0" lang="ja-JP" altLang="en-US"/>
              <a:t>第 </a:t>
            </a:r>
            <a:r>
              <a:rPr kumimoji="0" lang="en-US" altLang="ja-JP"/>
              <a:t>5 </a:t>
            </a:r>
            <a:r>
              <a:rPr kumimoji="0" lang="ja-JP" altLang="en-US"/>
              <a:t>レベル</a:t>
            </a:r>
            <a:endParaRPr kumimoji="0" lang="en-US"/>
          </a:p>
        </p:txBody>
      </p:sp>
    </p:spTree>
  </p:cSld>
  <p:clrMap bg1="lt1" tx1="dk1" bg2="lt2" tx2="dk2" accent1="accent1" accent2="accent2" accent3="accent3" accent4="accent4" accent5="accent5" accent6="accent6" hlink="hlink" folHlink="folHlink"/>
  <p:sldLayoutIdLst>
    <p:sldLayoutId id="2147483664" r:id="rId1"/>
    <p:sldLayoutId id="2147483649" r:id="rId2"/>
    <p:sldLayoutId id="2147483663" r:id="rId3"/>
    <p:sldLayoutId id="2147483666" r:id="rId4"/>
    <p:sldLayoutId id="2147483667" r:id="rId5"/>
  </p:sldLayoutIdLst>
  <p:txStyles>
    <p:titleStyle>
      <a:lvl1pPr algn="ctr" defTabSz="914400" rtl="0" eaLnBrk="1" latinLnBrk="0" hangingPunct="1">
        <a:spcBef>
          <a:spcPct val="0"/>
        </a:spcBef>
        <a:buNone/>
        <a:defRPr kumimoji="1" lang="ja-JP"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lang="ja-JP"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lang="ja-JP"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lang="ja-JP"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lang="ja-JP" sz="2000" kern="1200">
          <a:solidFill>
            <a:schemeClr val="tx1"/>
          </a:solidFill>
          <a:latin typeface="+mn-lt"/>
          <a:ea typeface="+mn-ea"/>
          <a:cs typeface="+mn-cs"/>
        </a:defRPr>
      </a:lvl9pPr>
    </p:bodyStyle>
    <p:otherStyle>
      <a:defPPr>
        <a:defRPr kumimoji="0" lang="ja-JP"/>
      </a:defPPr>
      <a:lvl1pPr marL="0" algn="l" defTabSz="914400" rtl="0" eaLnBrk="1" latinLnBrk="0" hangingPunct="1">
        <a:defRPr kumimoji="1" lang="ja-JP" sz="1800" kern="1200">
          <a:solidFill>
            <a:schemeClr val="tx1"/>
          </a:solidFill>
          <a:latin typeface="+mn-lt"/>
          <a:ea typeface="+mn-ea"/>
          <a:cs typeface="+mn-cs"/>
        </a:defRPr>
      </a:lvl1pPr>
      <a:lvl2pPr marL="457200" algn="l" defTabSz="914400" rtl="0" eaLnBrk="1" latinLnBrk="0" hangingPunct="1">
        <a:defRPr kumimoji="1" lang="ja-JP" sz="1800" kern="1200">
          <a:solidFill>
            <a:schemeClr val="tx1"/>
          </a:solidFill>
          <a:latin typeface="+mn-lt"/>
          <a:ea typeface="+mn-ea"/>
          <a:cs typeface="+mn-cs"/>
        </a:defRPr>
      </a:lvl2pPr>
      <a:lvl3pPr marL="914400" algn="l" defTabSz="914400" rtl="0" eaLnBrk="1" latinLnBrk="0" hangingPunct="1">
        <a:defRPr kumimoji="1" lang="ja-JP" sz="1800" kern="1200">
          <a:solidFill>
            <a:schemeClr val="tx1"/>
          </a:solidFill>
          <a:latin typeface="+mn-lt"/>
          <a:ea typeface="+mn-ea"/>
          <a:cs typeface="+mn-cs"/>
        </a:defRPr>
      </a:lvl3pPr>
      <a:lvl4pPr marL="1371600" algn="l" defTabSz="914400" rtl="0" eaLnBrk="1" latinLnBrk="0" hangingPunct="1">
        <a:defRPr kumimoji="1" lang="ja-JP" sz="1800" kern="1200">
          <a:solidFill>
            <a:schemeClr val="tx1"/>
          </a:solidFill>
          <a:latin typeface="+mn-lt"/>
          <a:ea typeface="+mn-ea"/>
          <a:cs typeface="+mn-cs"/>
        </a:defRPr>
      </a:lvl4pPr>
      <a:lvl5pPr marL="1828800" algn="l" defTabSz="914400" rtl="0" eaLnBrk="1" latinLnBrk="0" hangingPunct="1">
        <a:defRPr kumimoji="1" lang="ja-JP" sz="1800" kern="1200">
          <a:solidFill>
            <a:schemeClr val="tx1"/>
          </a:solidFill>
          <a:latin typeface="+mn-lt"/>
          <a:ea typeface="+mn-ea"/>
          <a:cs typeface="+mn-cs"/>
        </a:defRPr>
      </a:lvl5pPr>
      <a:lvl6pPr marL="2286000" algn="l" defTabSz="914400" rtl="0" eaLnBrk="1" latinLnBrk="0" hangingPunct="1">
        <a:defRPr kumimoji="1" lang="ja-JP" sz="1800" kern="1200">
          <a:solidFill>
            <a:schemeClr val="tx1"/>
          </a:solidFill>
          <a:latin typeface="+mn-lt"/>
          <a:ea typeface="+mn-ea"/>
          <a:cs typeface="+mn-cs"/>
        </a:defRPr>
      </a:lvl6pPr>
      <a:lvl7pPr marL="2743200" algn="l" defTabSz="914400" rtl="0" eaLnBrk="1" latinLnBrk="0" hangingPunct="1">
        <a:defRPr kumimoji="1" lang="ja-JP" sz="1800" kern="1200">
          <a:solidFill>
            <a:schemeClr val="tx1"/>
          </a:solidFill>
          <a:latin typeface="+mn-lt"/>
          <a:ea typeface="+mn-ea"/>
          <a:cs typeface="+mn-cs"/>
        </a:defRPr>
      </a:lvl7pPr>
      <a:lvl8pPr marL="3200400" algn="l" defTabSz="914400" rtl="0" eaLnBrk="1" latinLnBrk="0" hangingPunct="1">
        <a:defRPr kumimoji="1" lang="ja-JP" sz="1800" kern="1200">
          <a:solidFill>
            <a:schemeClr val="tx1"/>
          </a:solidFill>
          <a:latin typeface="+mn-lt"/>
          <a:ea typeface="+mn-ea"/>
          <a:cs typeface="+mn-cs"/>
        </a:defRPr>
      </a:lvl8pPr>
      <a:lvl9pPr marL="3657600" algn="l" defTabSz="914400" rtl="0" eaLnBrk="1" latinLnBrk="0" hangingPunct="1">
        <a:defRPr kumimoji="1" lang="ja-JP"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線吹き出し 1 (枠付き) 24">
            <a:extLst>
              <a:ext uri="{FF2B5EF4-FFF2-40B4-BE49-F238E27FC236}">
                <a16:creationId xmlns:a16="http://schemas.microsoft.com/office/drawing/2014/main" id="{306D3D5D-CE70-4DFE-A6D8-9768EFEF40F9}"/>
              </a:ext>
            </a:extLst>
          </p:cNvPr>
          <p:cNvSpPr/>
          <p:nvPr/>
        </p:nvSpPr>
        <p:spPr>
          <a:xfrm>
            <a:off x="5693765" y="2132856"/>
            <a:ext cx="5112568" cy="4258879"/>
          </a:xfrm>
          <a:prstGeom prst="rect">
            <a:avLst/>
          </a:prstGeom>
          <a:solidFill>
            <a:srgbClr val="CCFFCC"/>
          </a:solidFill>
          <a:ln w="9525">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noAutofit/>
          </a:bodyPr>
          <a:lstStyle/>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あらかじめ選択項目のリスト</a:t>
            </a:r>
            <a:r>
              <a:rPr lang="en-US" altLang="ja-JP" sz="1200" b="1" dirty="0">
                <a:solidFill>
                  <a:schemeClr val="tx1"/>
                </a:solidFill>
                <a:latin typeface="メイリオ" panose="020B0604030504040204" pitchFamily="50" charset="-128"/>
                <a:ea typeface="メイリオ" panose="020B0604030504040204" pitchFamily="50" charset="-128"/>
              </a:rPr>
              <a:t>Excel</a:t>
            </a:r>
            <a:r>
              <a:rPr lang="ja-JP" altLang="en-US" sz="1200" b="1" dirty="0">
                <a:solidFill>
                  <a:schemeClr val="tx1"/>
                </a:solidFill>
                <a:latin typeface="メイリオ" panose="020B0604030504040204" pitchFamily="50" charset="-128"/>
                <a:ea typeface="メイリオ" panose="020B0604030504040204" pitchFamily="50" charset="-128"/>
              </a:rPr>
              <a:t>等に用意し、これをコピーペーストで反映させることが可能です。</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br>
              <a:rPr lang="en-US" altLang="ja-JP" sz="1200" dirty="0">
                <a:solidFill>
                  <a:schemeClr val="tx1"/>
                </a:solidFill>
                <a:latin typeface="メイリオ" panose="020B0604030504040204" pitchFamily="50" charset="-128"/>
                <a:ea typeface="メイリオ" panose="020B0604030504040204" pitchFamily="50" charset="-128"/>
              </a:rPr>
            </a:br>
            <a:r>
              <a:rPr lang="ja-JP" altLang="en-US" sz="1200" dirty="0">
                <a:solidFill>
                  <a:schemeClr val="tx1"/>
                </a:solidFill>
                <a:latin typeface="メイリオ" panose="020B0604030504040204" pitchFamily="50" charset="-128"/>
                <a:ea typeface="メイリオ" panose="020B0604030504040204" pitchFamily="50" charset="-128"/>
              </a:rPr>
              <a:t>■操作方法</a:t>
            </a:r>
            <a:endParaRPr lang="en-US" altLang="ja-JP" sz="1200" dirty="0">
              <a:solidFill>
                <a:schemeClr val="tx1"/>
              </a:solidFill>
              <a:latin typeface="メイリオ" panose="020B0604030504040204" pitchFamily="50" charset="-128"/>
              <a:ea typeface="メイリオ" panose="020B0604030504040204" pitchFamily="50" charset="-128"/>
            </a:endParaRPr>
          </a:p>
          <a:p>
            <a:pPr marL="180975" indent="-180975"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帳票定義用</a:t>
            </a:r>
            <a:r>
              <a:rPr lang="en-US" altLang="ja-JP" sz="1200" dirty="0">
                <a:solidFill>
                  <a:schemeClr val="tx1"/>
                </a:solidFill>
                <a:latin typeface="メイリオ" panose="020B0604030504040204" pitchFamily="50" charset="-128"/>
                <a:ea typeface="メイリオ" panose="020B0604030504040204" pitchFamily="50" charset="-128"/>
              </a:rPr>
              <a:t>Excel</a:t>
            </a:r>
            <a:r>
              <a:rPr lang="ja-JP" altLang="en-US" sz="1200" dirty="0">
                <a:solidFill>
                  <a:schemeClr val="tx1"/>
                </a:solidFill>
                <a:latin typeface="メイリオ" panose="020B0604030504040204" pitchFamily="50" charset="-128"/>
                <a:ea typeface="メイリオ" panose="020B0604030504040204" pitchFamily="50" charset="-128"/>
              </a:rPr>
              <a:t>ファイルに、用意してある選択肢をコピーします。</a:t>
            </a:r>
            <a:endParaRPr lang="en-US" altLang="ja-JP" sz="1200" dirty="0">
              <a:solidFill>
                <a:schemeClr val="tx1"/>
              </a:solidFill>
              <a:latin typeface="メイリオ" panose="020B0604030504040204" pitchFamily="50" charset="-128"/>
              <a:ea typeface="メイリオ" panose="020B0604030504040204" pitchFamily="50" charset="-128"/>
            </a:endParaRPr>
          </a:p>
          <a:p>
            <a:pPr marL="180975" indent="-180975"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次に、パラメーター設定画面内の「項目」にある「ペースト」ボタンをクリックします。</a:t>
            </a:r>
            <a:endParaRPr lang="en-US" altLang="ja-JP" sz="1200" dirty="0">
              <a:solidFill>
                <a:schemeClr val="tx1"/>
              </a:solidFill>
              <a:latin typeface="メイリオ" panose="020B0604030504040204" pitchFamily="50" charset="-128"/>
              <a:ea typeface="メイリオ" panose="020B0604030504040204" pitchFamily="50" charset="-128"/>
            </a:endParaRPr>
          </a:p>
        </p:txBody>
      </p:sp>
      <p:pic>
        <p:nvPicPr>
          <p:cNvPr id="17" name="図 16">
            <a:extLst>
              <a:ext uri="{FF2B5EF4-FFF2-40B4-BE49-F238E27FC236}">
                <a16:creationId xmlns:a16="http://schemas.microsoft.com/office/drawing/2014/main" id="{B4AEE3ED-33A2-6272-6C80-AE847FE01AF3}"/>
              </a:ext>
            </a:extLst>
          </p:cNvPr>
          <p:cNvPicPr>
            <a:picLocks noChangeAspect="1"/>
          </p:cNvPicPr>
          <p:nvPr/>
        </p:nvPicPr>
        <p:blipFill>
          <a:blip r:embed="rId2"/>
          <a:stretch>
            <a:fillRect/>
          </a:stretch>
        </p:blipFill>
        <p:spPr>
          <a:xfrm>
            <a:off x="700433" y="1162086"/>
            <a:ext cx="4785503" cy="4969561"/>
          </a:xfrm>
          <a:prstGeom prst="rect">
            <a:avLst/>
          </a:prstGeom>
          <a:ln>
            <a:solidFill>
              <a:schemeClr val="tx1"/>
            </a:solidFill>
          </a:ln>
        </p:spPr>
      </p:pic>
      <p:sp>
        <p:nvSpPr>
          <p:cNvPr id="13" name="テキスト ボックス 12">
            <a:extLst>
              <a:ext uri="{FF2B5EF4-FFF2-40B4-BE49-F238E27FC236}">
                <a16:creationId xmlns:a16="http://schemas.microsoft.com/office/drawing/2014/main" id="{F7B9344A-900A-2A93-8222-DF92F5A414B4}"/>
              </a:ext>
            </a:extLst>
          </p:cNvPr>
          <p:cNvSpPr txBox="1"/>
          <p:nvPr/>
        </p:nvSpPr>
        <p:spPr>
          <a:xfrm>
            <a:off x="983432" y="861426"/>
            <a:ext cx="4680520" cy="276999"/>
          </a:xfrm>
          <a:prstGeom prst="rect">
            <a:avLst/>
          </a:prstGeom>
          <a:noFill/>
        </p:spPr>
        <p:txBody>
          <a:bodyPr wrap="square" rtlCol="0">
            <a:spAutoFit/>
          </a:bodyPr>
          <a:lstStyle/>
          <a:p>
            <a:pPr defTabSz="3763963">
              <a:tabLst>
                <a:tab pos="180975" algn="l"/>
                <a:tab pos="361950" algn="l"/>
              </a:tabLst>
            </a:pPr>
            <a:r>
              <a:rPr kumimoji="1" lang="ja-JP" altLang="en-US" sz="1200" b="1" dirty="0">
                <a:latin typeface="メイリオ" panose="020B0604030504040204" pitchFamily="50" charset="-128"/>
                <a:ea typeface="メイリオ" panose="020B0604030504040204" pitchFamily="50" charset="-128"/>
              </a:rPr>
              <a:t>②クラスター名称：</a:t>
            </a:r>
            <a:r>
              <a:rPr lang="ja-JP" altLang="en-US" sz="1200" b="1" dirty="0">
                <a:latin typeface="メイリオ" panose="020B0604030504040204" pitchFamily="50" charset="-128"/>
                <a:ea typeface="メイリオ" panose="020B0604030504040204" pitchFamily="50" charset="-128"/>
              </a:rPr>
              <a:t>メーカー名</a:t>
            </a:r>
            <a:endParaRPr kumimoji="1" lang="en-US" altLang="ja-JP" sz="12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4BB1BC81-9865-844C-4469-D908BD561D1A}"/>
              </a:ext>
            </a:extLst>
          </p:cNvPr>
          <p:cNvSpPr txBox="1"/>
          <p:nvPr/>
        </p:nvSpPr>
        <p:spPr>
          <a:xfrm>
            <a:off x="5693765" y="1163164"/>
            <a:ext cx="5112568" cy="830997"/>
          </a:xfrm>
          <a:prstGeom prst="rect">
            <a:avLst/>
          </a:prstGeom>
          <a:noFill/>
          <a:ln w="28575">
            <a:solidFill>
              <a:schemeClr val="tx1"/>
            </a:solidFill>
          </a:ln>
        </p:spPr>
        <p:txBody>
          <a:bodyPr wrap="square" rtlCol="0">
            <a:spAutoFit/>
          </a:bodyPr>
          <a:lstStyle/>
          <a:p>
            <a:pPr marL="180975" indent="-180975"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講習時の操作</a:t>
            </a:r>
            <a:endParaRPr kumimoji="1" lang="en-US" altLang="ja-JP" sz="1200" b="1"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kumimoji="1" lang="ja-JP" altLang="en-US" sz="1200" dirty="0">
                <a:latin typeface="メイリオ" panose="020B0604030504040204" pitchFamily="50" charset="-128"/>
                <a:ea typeface="メイリオ" panose="020B0604030504040204" pitchFamily="50" charset="-128"/>
              </a:rPr>
              <a:t>・</a:t>
            </a:r>
            <a:r>
              <a:rPr kumimoji="1" lang="en-US" altLang="ja-JP" sz="1200" dirty="0">
                <a:latin typeface="メイリオ" panose="020B0604030504040204" pitchFamily="50" charset="-128"/>
                <a:ea typeface="メイリオ" panose="020B0604030504040204" pitchFamily="50" charset="-128"/>
              </a:rPr>
              <a:t>	</a:t>
            </a:r>
            <a:r>
              <a:rPr kumimoji="1" lang="ja-JP" altLang="en-US" sz="1200" dirty="0">
                <a:latin typeface="メイリオ" panose="020B0604030504040204" pitchFamily="50" charset="-128"/>
                <a:ea typeface="メイリオ" panose="020B0604030504040204" pitchFamily="50" charset="-128"/>
              </a:rPr>
              <a:t>「値」「ラベル」それぞれに項目を入力し</a:t>
            </a:r>
            <a:endParaRPr kumimoji="1" lang="en-US" altLang="ja-JP" sz="1200"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kumimoji="1" lang="ja-JP" altLang="en-US" sz="1200" dirty="0">
                <a:latin typeface="メイリオ" panose="020B0604030504040204" pitchFamily="50" charset="-128"/>
                <a:ea typeface="メイリオ" panose="020B0604030504040204" pitchFamily="50" charset="-128"/>
              </a:rPr>
              <a:t>   「＋」マークをクリックすることで項目を作成できます。</a:t>
            </a:r>
            <a:endParaRPr kumimoji="1" lang="en-US" altLang="ja-JP" sz="1200"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Excel</a:t>
            </a:r>
            <a:r>
              <a:rPr lang="ja-JP" altLang="en-US" sz="1200" dirty="0">
                <a:latin typeface="メイリオ" panose="020B0604030504040204" pitchFamily="50" charset="-128"/>
                <a:ea typeface="メイリオ" panose="020B0604030504040204" pitchFamily="50" charset="-128"/>
              </a:rPr>
              <a:t>で作成した項目をコピー</a:t>
            </a:r>
            <a:r>
              <a:rPr lang="en-US" altLang="ja-JP" sz="12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ペーストが可能です。（下記参照）</a:t>
            </a:r>
            <a:endParaRPr kumimoji="1" lang="en-US" altLang="ja-JP" sz="1200" dirty="0">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AE64F10D-74F4-4F32-929C-1925AE01E71B}"/>
              </a:ext>
            </a:extLst>
          </p:cNvPr>
          <p:cNvSpPr/>
          <p:nvPr/>
        </p:nvSpPr>
        <p:spPr>
          <a:xfrm>
            <a:off x="3791744" y="3737743"/>
            <a:ext cx="1296144" cy="267321"/>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DB8C4228-8921-6F70-D0D7-06C1F2778958}"/>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en-US" altLang="ja-JP" sz="2400" b="1" dirty="0">
                <a:solidFill>
                  <a:schemeClr val="bg1"/>
                </a:solidFill>
                <a:latin typeface="メイリオ" panose="020B0604030504040204" pitchFamily="50" charset="-128"/>
                <a:ea typeface="メイリオ" panose="020B0604030504040204" pitchFamily="50" charset="-128"/>
                <a:cs typeface="Meiryo UI" pitchFamily="50" charset="-128"/>
              </a:rPr>
              <a:t>Designer</a:t>
            </a:r>
            <a:r>
              <a:rPr lang="ja-JP" altLang="en-US" sz="2400" b="1" dirty="0">
                <a:solidFill>
                  <a:schemeClr val="bg1"/>
                </a:solidFill>
                <a:latin typeface="メイリオ" panose="020B0604030504040204" pitchFamily="50" charset="-128"/>
                <a:ea typeface="メイリオ" panose="020B0604030504040204" pitchFamily="50" charset="-128"/>
                <a:cs typeface="Meiryo UI" pitchFamily="50" charset="-128"/>
              </a:rPr>
              <a:t>での設定内容</a:t>
            </a:r>
          </a:p>
        </p:txBody>
      </p:sp>
      <p:sp>
        <p:nvSpPr>
          <p:cNvPr id="24" name="正方形/長方形 23">
            <a:extLst>
              <a:ext uri="{FF2B5EF4-FFF2-40B4-BE49-F238E27FC236}">
                <a16:creationId xmlns:a16="http://schemas.microsoft.com/office/drawing/2014/main" id="{E5C80E25-1E02-A7E5-43C8-E8666B02F986}"/>
              </a:ext>
            </a:extLst>
          </p:cNvPr>
          <p:cNvSpPr/>
          <p:nvPr/>
        </p:nvSpPr>
        <p:spPr>
          <a:xfrm>
            <a:off x="2135560" y="4077073"/>
            <a:ext cx="720080" cy="504056"/>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8" name="曲線コネクタ 13">
            <a:extLst>
              <a:ext uri="{FF2B5EF4-FFF2-40B4-BE49-F238E27FC236}">
                <a16:creationId xmlns:a16="http://schemas.microsoft.com/office/drawing/2014/main" id="{F86157D7-263D-4636-85D5-1C76DC72D33F}"/>
              </a:ext>
            </a:extLst>
          </p:cNvPr>
          <p:cNvCxnSpPr>
            <a:cxnSpLocks/>
            <a:stCxn id="10" idx="0"/>
            <a:endCxn id="47" idx="0"/>
          </p:cNvCxnSpPr>
          <p:nvPr/>
        </p:nvCxnSpPr>
        <p:spPr>
          <a:xfrm rot="16200000" flipV="1">
            <a:off x="7025365" y="1152195"/>
            <a:ext cx="52973" cy="5224070"/>
          </a:xfrm>
          <a:prstGeom prst="curvedConnector3">
            <a:avLst>
              <a:gd name="adj1" fmla="val 53154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0" name="曲線コネクタ 13">
            <a:extLst>
              <a:ext uri="{FF2B5EF4-FFF2-40B4-BE49-F238E27FC236}">
                <a16:creationId xmlns:a16="http://schemas.microsoft.com/office/drawing/2014/main" id="{83E02D90-4C5E-C345-24B6-7567C694F85D}"/>
              </a:ext>
            </a:extLst>
          </p:cNvPr>
          <p:cNvCxnSpPr>
            <a:cxnSpLocks/>
            <a:stCxn id="47" idx="2"/>
            <a:endCxn id="24" idx="3"/>
          </p:cNvCxnSpPr>
          <p:nvPr/>
        </p:nvCxnSpPr>
        <p:spPr>
          <a:xfrm rot="5400000">
            <a:off x="3485710" y="3374994"/>
            <a:ext cx="324037" cy="1584176"/>
          </a:xfrm>
          <a:prstGeom prst="curvedConnector2">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11" name="図 10">
            <a:extLst>
              <a:ext uri="{FF2B5EF4-FFF2-40B4-BE49-F238E27FC236}">
                <a16:creationId xmlns:a16="http://schemas.microsoft.com/office/drawing/2014/main" id="{3D258598-92B5-291B-79B1-FBC5FC1ACE95}"/>
              </a:ext>
            </a:extLst>
          </p:cNvPr>
          <p:cNvPicPr>
            <a:picLocks noChangeAspect="1"/>
          </p:cNvPicPr>
          <p:nvPr/>
        </p:nvPicPr>
        <p:blipFill>
          <a:blip r:embed="rId3"/>
          <a:stretch>
            <a:fillRect/>
          </a:stretch>
        </p:blipFill>
        <p:spPr>
          <a:xfrm>
            <a:off x="5957845" y="3777881"/>
            <a:ext cx="3410426" cy="2400635"/>
          </a:xfrm>
          <a:prstGeom prst="rect">
            <a:avLst/>
          </a:prstGeom>
          <a:ln>
            <a:solidFill>
              <a:schemeClr val="tx1"/>
            </a:solidFill>
          </a:ln>
        </p:spPr>
      </p:pic>
      <p:pic>
        <p:nvPicPr>
          <p:cNvPr id="10" name="図 9">
            <a:extLst>
              <a:ext uri="{FF2B5EF4-FFF2-40B4-BE49-F238E27FC236}">
                <a16:creationId xmlns:a16="http://schemas.microsoft.com/office/drawing/2014/main" id="{29268914-5585-C337-D34D-FAEF64576967}"/>
              </a:ext>
            </a:extLst>
          </p:cNvPr>
          <p:cNvPicPr>
            <a:picLocks noChangeAspect="1"/>
          </p:cNvPicPr>
          <p:nvPr/>
        </p:nvPicPr>
        <p:blipFill>
          <a:blip r:embed="rId4"/>
          <a:stretch>
            <a:fillRect/>
          </a:stretch>
        </p:blipFill>
        <p:spPr>
          <a:xfrm>
            <a:off x="8740934" y="3790716"/>
            <a:ext cx="1845903" cy="1902700"/>
          </a:xfrm>
          <a:prstGeom prst="rect">
            <a:avLst/>
          </a:prstGeom>
          <a:ln>
            <a:solidFill>
              <a:schemeClr val="tx1"/>
            </a:solidFill>
          </a:ln>
        </p:spPr>
      </p:pic>
    </p:spTree>
    <p:extLst>
      <p:ext uri="{BB962C8B-B14F-4D97-AF65-F5344CB8AC3E}">
        <p14:creationId xmlns:p14="http://schemas.microsoft.com/office/powerpoint/2010/main" val="2916877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D4437EF7-B17B-D7F7-6F71-8310A2CDC544}"/>
              </a:ext>
            </a:extLst>
          </p:cNvPr>
          <p:cNvPicPr>
            <a:picLocks noChangeAspect="1"/>
          </p:cNvPicPr>
          <p:nvPr/>
        </p:nvPicPr>
        <p:blipFill>
          <a:blip r:embed="rId2"/>
          <a:srcRect b="31063"/>
          <a:stretch/>
        </p:blipFill>
        <p:spPr>
          <a:xfrm>
            <a:off x="983432" y="1379163"/>
            <a:ext cx="3927930" cy="2603312"/>
          </a:xfrm>
          <a:prstGeom prst="rect">
            <a:avLst/>
          </a:prstGeom>
        </p:spPr>
      </p:pic>
      <p:pic>
        <p:nvPicPr>
          <p:cNvPr id="36" name="図 35">
            <a:extLst>
              <a:ext uri="{FF2B5EF4-FFF2-40B4-BE49-F238E27FC236}">
                <a16:creationId xmlns:a16="http://schemas.microsoft.com/office/drawing/2014/main" id="{2FC19675-3FA7-7E27-2069-225A31FC8C80}"/>
              </a:ext>
            </a:extLst>
          </p:cNvPr>
          <p:cNvPicPr>
            <a:picLocks noChangeAspect="1"/>
          </p:cNvPicPr>
          <p:nvPr/>
        </p:nvPicPr>
        <p:blipFill>
          <a:blip r:embed="rId3"/>
          <a:srcRect t="44368"/>
          <a:stretch/>
        </p:blipFill>
        <p:spPr>
          <a:xfrm>
            <a:off x="975397" y="3848159"/>
            <a:ext cx="3963615" cy="2148095"/>
          </a:xfrm>
          <a:prstGeom prst="rect">
            <a:avLst/>
          </a:prstGeom>
        </p:spPr>
      </p:pic>
      <p:sp>
        <p:nvSpPr>
          <p:cNvPr id="13" name="テキスト ボックス 12">
            <a:extLst>
              <a:ext uri="{FF2B5EF4-FFF2-40B4-BE49-F238E27FC236}">
                <a16:creationId xmlns:a16="http://schemas.microsoft.com/office/drawing/2014/main" id="{F7B9344A-900A-2A93-8222-DF92F5A414B4}"/>
              </a:ext>
            </a:extLst>
          </p:cNvPr>
          <p:cNvSpPr txBox="1"/>
          <p:nvPr/>
        </p:nvSpPr>
        <p:spPr>
          <a:xfrm>
            <a:off x="983432" y="861426"/>
            <a:ext cx="4680520" cy="276999"/>
          </a:xfrm>
          <a:prstGeom prst="rect">
            <a:avLst/>
          </a:prstGeom>
          <a:noFill/>
        </p:spPr>
        <p:txBody>
          <a:bodyPr wrap="square" rtlCol="0">
            <a:spAutoFit/>
          </a:bodyPr>
          <a:lstStyle/>
          <a:p>
            <a:pPr defTabSz="3763963">
              <a:tabLst>
                <a:tab pos="180975" algn="l"/>
                <a:tab pos="361950" algn="l"/>
              </a:tabLst>
            </a:pPr>
            <a:r>
              <a:rPr kumimoji="1" lang="ja-JP" altLang="en-US" sz="1200" b="1" dirty="0">
                <a:latin typeface="メイリオ" panose="020B0604030504040204" pitchFamily="50" charset="-128"/>
                <a:ea typeface="メイリオ" panose="020B0604030504040204" pitchFamily="50" charset="-128"/>
              </a:rPr>
              <a:t>③</a:t>
            </a:r>
            <a:r>
              <a:rPr kumimoji="1" lang="en-US" altLang="ja-JP" sz="1200" b="1" dirty="0">
                <a:latin typeface="メイリオ" panose="020B0604030504040204" pitchFamily="50" charset="-128"/>
                <a:ea typeface="メイリオ" panose="020B0604030504040204" pitchFamily="50" charset="-128"/>
              </a:rPr>
              <a:t>	</a:t>
            </a:r>
            <a:r>
              <a:rPr kumimoji="1" lang="ja-JP" altLang="en-US" sz="1200" b="1" dirty="0">
                <a:latin typeface="メイリオ" panose="020B0604030504040204" pitchFamily="50" charset="-128"/>
                <a:ea typeface="メイリオ" panose="020B0604030504040204" pitchFamily="50" charset="-128"/>
              </a:rPr>
              <a:t>クラスター名称：</a:t>
            </a:r>
            <a:r>
              <a:rPr lang="ja-JP" altLang="en-US" sz="1200" b="1" dirty="0">
                <a:latin typeface="メイリオ" panose="020B0604030504040204" pitchFamily="50" charset="-128"/>
                <a:ea typeface="メイリオ" panose="020B0604030504040204" pitchFamily="50" charset="-128"/>
              </a:rPr>
              <a:t>検査状況</a:t>
            </a:r>
            <a:endParaRPr kumimoji="1" lang="en-US" altLang="ja-JP" sz="12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4BB1BC81-9865-844C-4469-D908BD561D1A}"/>
              </a:ext>
            </a:extLst>
          </p:cNvPr>
          <p:cNvSpPr txBox="1"/>
          <p:nvPr/>
        </p:nvSpPr>
        <p:spPr>
          <a:xfrm>
            <a:off x="5654377" y="1165934"/>
            <a:ext cx="5112568" cy="830997"/>
          </a:xfrm>
          <a:prstGeom prst="rect">
            <a:avLst/>
          </a:prstGeom>
          <a:noFill/>
          <a:ln w="28575">
            <a:solidFill>
              <a:schemeClr val="tx1"/>
            </a:solidFill>
          </a:ln>
        </p:spPr>
        <p:txBody>
          <a:bodyPr wrap="square" rtlCol="0">
            <a:spAutoFit/>
          </a:bodyPr>
          <a:lstStyle/>
          <a:p>
            <a:pPr marL="180975" indent="-180975"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講習時の操作</a:t>
            </a:r>
            <a:endParaRPr kumimoji="1" lang="en-US" altLang="ja-JP" sz="1200" b="1"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kumimoji="1" lang="ja-JP" altLang="en-US" sz="1200" dirty="0">
                <a:latin typeface="メイリオ" panose="020B0604030504040204" pitchFamily="50" charset="-128"/>
                <a:ea typeface="メイリオ" panose="020B0604030504040204" pitchFamily="50" charset="-128"/>
              </a:rPr>
              <a:t>・</a:t>
            </a:r>
            <a:r>
              <a:rPr kumimoji="1" lang="en-US" altLang="ja-JP" sz="1200" dirty="0">
                <a:latin typeface="メイリオ" panose="020B0604030504040204" pitchFamily="50" charset="-128"/>
                <a:ea typeface="メイリオ" panose="020B0604030504040204" pitchFamily="50" charset="-128"/>
              </a:rPr>
              <a:t>	</a:t>
            </a:r>
            <a:r>
              <a:rPr kumimoji="1" lang="ja-JP" altLang="en-US" sz="1200" dirty="0">
                <a:latin typeface="メイリオ" panose="020B0604030504040204" pitchFamily="50" charset="-128"/>
                <a:ea typeface="メイリオ" panose="020B0604030504040204" pitchFamily="50" charset="-128"/>
              </a:rPr>
              <a:t>「文字列表示方法」の右側にある「選択項目をカンマで区切る」のチェックを</a:t>
            </a:r>
            <a:r>
              <a:rPr lang="ja-JP" altLang="en-US" sz="1200" dirty="0">
                <a:latin typeface="メイリオ" panose="020B0604030504040204" pitchFamily="50" charset="-128"/>
                <a:ea typeface="メイリオ" panose="020B0604030504040204" pitchFamily="50" charset="-128"/>
              </a:rPr>
              <a:t>外します。</a:t>
            </a:r>
            <a:endParaRPr kumimoji="1" lang="en-US" altLang="ja-JP" sz="1200"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単一選択同様、</a:t>
            </a:r>
            <a:r>
              <a:rPr lang="en-US" altLang="ja-JP" sz="1200" dirty="0">
                <a:latin typeface="メイリオ" panose="020B0604030504040204" pitchFamily="50" charset="-128"/>
                <a:ea typeface="メイリオ" panose="020B0604030504040204" pitchFamily="50" charset="-128"/>
              </a:rPr>
              <a:t>Excel</a:t>
            </a:r>
            <a:r>
              <a:rPr lang="ja-JP" altLang="en-US" sz="1200" dirty="0">
                <a:latin typeface="メイリオ" panose="020B0604030504040204" pitchFamily="50" charset="-128"/>
                <a:ea typeface="メイリオ" panose="020B0604030504040204" pitchFamily="50" charset="-128"/>
              </a:rPr>
              <a:t>で作成した項目をコピー</a:t>
            </a:r>
            <a:r>
              <a:rPr lang="en-US" altLang="ja-JP" sz="12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ペーストを行います。</a:t>
            </a:r>
            <a:endParaRPr kumimoji="1" lang="en-US" altLang="ja-JP" sz="1200" dirty="0">
              <a:latin typeface="メイリオ" panose="020B0604030504040204" pitchFamily="50" charset="-128"/>
              <a:ea typeface="メイリオ" panose="020B0604030504040204" pitchFamily="50" charset="-128"/>
            </a:endParaRPr>
          </a:p>
        </p:txBody>
      </p:sp>
      <p:grpSp>
        <p:nvGrpSpPr>
          <p:cNvPr id="38" name="グループ化 37">
            <a:extLst>
              <a:ext uri="{FF2B5EF4-FFF2-40B4-BE49-F238E27FC236}">
                <a16:creationId xmlns:a16="http://schemas.microsoft.com/office/drawing/2014/main" id="{42A2079C-7DB4-4BB9-B636-B6BFF3F64468}"/>
              </a:ext>
            </a:extLst>
          </p:cNvPr>
          <p:cNvGrpSpPr/>
          <p:nvPr/>
        </p:nvGrpSpPr>
        <p:grpSpPr>
          <a:xfrm>
            <a:off x="930307" y="3987322"/>
            <a:ext cx="4034611" cy="152923"/>
            <a:chOff x="5591511" y="6012381"/>
            <a:chExt cx="4034611" cy="152923"/>
          </a:xfrm>
          <a:solidFill>
            <a:schemeClr val="bg1"/>
          </a:solidFill>
        </p:grpSpPr>
        <p:sp>
          <p:nvSpPr>
            <p:cNvPr id="20" name="小波 19">
              <a:extLst>
                <a:ext uri="{FF2B5EF4-FFF2-40B4-BE49-F238E27FC236}">
                  <a16:creationId xmlns:a16="http://schemas.microsoft.com/office/drawing/2014/main" id="{BA19A466-1353-EFC8-E335-DEBF0B3CDF14}"/>
                </a:ext>
              </a:extLst>
            </p:cNvPr>
            <p:cNvSpPr/>
            <p:nvPr/>
          </p:nvSpPr>
          <p:spPr>
            <a:xfrm>
              <a:off x="5591511" y="6012381"/>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小波 20">
              <a:extLst>
                <a:ext uri="{FF2B5EF4-FFF2-40B4-BE49-F238E27FC236}">
                  <a16:creationId xmlns:a16="http://schemas.microsoft.com/office/drawing/2014/main" id="{F7DC9193-E78F-E7F0-B957-46B4BEDA5698}"/>
                </a:ext>
              </a:extLst>
            </p:cNvPr>
            <p:cNvSpPr/>
            <p:nvPr/>
          </p:nvSpPr>
          <p:spPr>
            <a:xfrm>
              <a:off x="5879976"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小波 22">
              <a:extLst>
                <a:ext uri="{FF2B5EF4-FFF2-40B4-BE49-F238E27FC236}">
                  <a16:creationId xmlns:a16="http://schemas.microsoft.com/office/drawing/2014/main" id="{27BEAEF3-566C-1206-88E7-1C0FB1771A4F}"/>
                </a:ext>
              </a:extLst>
            </p:cNvPr>
            <p:cNvSpPr/>
            <p:nvPr/>
          </p:nvSpPr>
          <p:spPr>
            <a:xfrm>
              <a:off x="6168008"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小波 24">
              <a:extLst>
                <a:ext uri="{FF2B5EF4-FFF2-40B4-BE49-F238E27FC236}">
                  <a16:creationId xmlns:a16="http://schemas.microsoft.com/office/drawing/2014/main" id="{C7D1E1B7-E49F-278F-6C80-01D8DBC89C97}"/>
                </a:ext>
              </a:extLst>
            </p:cNvPr>
            <p:cNvSpPr/>
            <p:nvPr/>
          </p:nvSpPr>
          <p:spPr>
            <a:xfrm>
              <a:off x="6456905"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小波 25">
              <a:extLst>
                <a:ext uri="{FF2B5EF4-FFF2-40B4-BE49-F238E27FC236}">
                  <a16:creationId xmlns:a16="http://schemas.microsoft.com/office/drawing/2014/main" id="{646E48E8-0549-841A-03F3-CFCDFD5E8E38}"/>
                </a:ext>
              </a:extLst>
            </p:cNvPr>
            <p:cNvSpPr/>
            <p:nvPr/>
          </p:nvSpPr>
          <p:spPr>
            <a:xfrm>
              <a:off x="6744072"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小波 26">
              <a:extLst>
                <a:ext uri="{FF2B5EF4-FFF2-40B4-BE49-F238E27FC236}">
                  <a16:creationId xmlns:a16="http://schemas.microsoft.com/office/drawing/2014/main" id="{A9DCA802-F2C6-AD8A-D428-C143AE0C4755}"/>
                </a:ext>
              </a:extLst>
            </p:cNvPr>
            <p:cNvSpPr/>
            <p:nvPr/>
          </p:nvSpPr>
          <p:spPr>
            <a:xfrm>
              <a:off x="7032969"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小波 27">
              <a:extLst>
                <a:ext uri="{FF2B5EF4-FFF2-40B4-BE49-F238E27FC236}">
                  <a16:creationId xmlns:a16="http://schemas.microsoft.com/office/drawing/2014/main" id="{96CF87C7-3D6F-3D51-9426-2907D99B2699}"/>
                </a:ext>
              </a:extLst>
            </p:cNvPr>
            <p:cNvSpPr/>
            <p:nvPr/>
          </p:nvSpPr>
          <p:spPr>
            <a:xfrm>
              <a:off x="7320136"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小波 28">
              <a:extLst>
                <a:ext uri="{FF2B5EF4-FFF2-40B4-BE49-F238E27FC236}">
                  <a16:creationId xmlns:a16="http://schemas.microsoft.com/office/drawing/2014/main" id="{4285402A-C0AD-EC75-08F3-CBF3BFC22C5C}"/>
                </a:ext>
              </a:extLst>
            </p:cNvPr>
            <p:cNvSpPr/>
            <p:nvPr/>
          </p:nvSpPr>
          <p:spPr>
            <a:xfrm>
              <a:off x="7609033"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小波 29">
              <a:extLst>
                <a:ext uri="{FF2B5EF4-FFF2-40B4-BE49-F238E27FC236}">
                  <a16:creationId xmlns:a16="http://schemas.microsoft.com/office/drawing/2014/main" id="{DBBE082D-EDC6-2620-88BD-27A2B330C52B}"/>
                </a:ext>
              </a:extLst>
            </p:cNvPr>
            <p:cNvSpPr/>
            <p:nvPr/>
          </p:nvSpPr>
          <p:spPr>
            <a:xfrm>
              <a:off x="7896200"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小波 30">
              <a:extLst>
                <a:ext uri="{FF2B5EF4-FFF2-40B4-BE49-F238E27FC236}">
                  <a16:creationId xmlns:a16="http://schemas.microsoft.com/office/drawing/2014/main" id="{51F6114E-D029-BF73-891F-760262E19021}"/>
                </a:ext>
              </a:extLst>
            </p:cNvPr>
            <p:cNvSpPr/>
            <p:nvPr/>
          </p:nvSpPr>
          <p:spPr>
            <a:xfrm>
              <a:off x="8185097"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小波 31">
              <a:extLst>
                <a:ext uri="{FF2B5EF4-FFF2-40B4-BE49-F238E27FC236}">
                  <a16:creationId xmlns:a16="http://schemas.microsoft.com/office/drawing/2014/main" id="{5A209DB5-9964-2FD0-9814-8A4C21790265}"/>
                </a:ext>
              </a:extLst>
            </p:cNvPr>
            <p:cNvSpPr/>
            <p:nvPr/>
          </p:nvSpPr>
          <p:spPr>
            <a:xfrm>
              <a:off x="8472264"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小波 32">
              <a:extLst>
                <a:ext uri="{FF2B5EF4-FFF2-40B4-BE49-F238E27FC236}">
                  <a16:creationId xmlns:a16="http://schemas.microsoft.com/office/drawing/2014/main" id="{0C07731D-29A7-5FD5-B977-C2C9C3CFB098}"/>
                </a:ext>
              </a:extLst>
            </p:cNvPr>
            <p:cNvSpPr/>
            <p:nvPr/>
          </p:nvSpPr>
          <p:spPr>
            <a:xfrm>
              <a:off x="8761161"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小波 33">
              <a:extLst>
                <a:ext uri="{FF2B5EF4-FFF2-40B4-BE49-F238E27FC236}">
                  <a16:creationId xmlns:a16="http://schemas.microsoft.com/office/drawing/2014/main" id="{C1024E8E-613A-930C-A8BD-EC45478090F6}"/>
                </a:ext>
              </a:extLst>
            </p:cNvPr>
            <p:cNvSpPr/>
            <p:nvPr/>
          </p:nvSpPr>
          <p:spPr>
            <a:xfrm>
              <a:off x="9048328"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小波 34">
              <a:extLst>
                <a:ext uri="{FF2B5EF4-FFF2-40B4-BE49-F238E27FC236}">
                  <a16:creationId xmlns:a16="http://schemas.microsoft.com/office/drawing/2014/main" id="{1081F0A0-48E6-2144-1227-D9B18D4644F0}"/>
                </a:ext>
              </a:extLst>
            </p:cNvPr>
            <p:cNvSpPr/>
            <p:nvPr/>
          </p:nvSpPr>
          <p:spPr>
            <a:xfrm>
              <a:off x="9337225" y="6021288"/>
              <a:ext cx="288897" cy="144016"/>
            </a:xfrm>
            <a:prstGeom prst="doubleWav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9" name="正方形/長方形 38">
            <a:extLst>
              <a:ext uri="{FF2B5EF4-FFF2-40B4-BE49-F238E27FC236}">
                <a16:creationId xmlns:a16="http://schemas.microsoft.com/office/drawing/2014/main" id="{34B51609-BA89-6CB0-8215-A7F7BDE336A5}"/>
              </a:ext>
            </a:extLst>
          </p:cNvPr>
          <p:cNvSpPr/>
          <p:nvPr/>
        </p:nvSpPr>
        <p:spPr>
          <a:xfrm>
            <a:off x="968690" y="1379163"/>
            <a:ext cx="3957847" cy="4604522"/>
          </a:xfrm>
          <a:prstGeom prst="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46" name="正方形/長方形 45">
            <a:extLst>
              <a:ext uri="{FF2B5EF4-FFF2-40B4-BE49-F238E27FC236}">
                <a16:creationId xmlns:a16="http://schemas.microsoft.com/office/drawing/2014/main" id="{9486E27A-B649-2F35-5C39-0EBE033CCC68}"/>
              </a:ext>
            </a:extLst>
          </p:cNvPr>
          <p:cNvSpPr/>
          <p:nvPr/>
        </p:nvSpPr>
        <p:spPr>
          <a:xfrm>
            <a:off x="3370860" y="4255090"/>
            <a:ext cx="1003789" cy="261624"/>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AE64F10D-74F4-4F32-929C-1925AE01E71B}"/>
              </a:ext>
            </a:extLst>
          </p:cNvPr>
          <p:cNvSpPr/>
          <p:nvPr/>
        </p:nvSpPr>
        <p:spPr>
          <a:xfrm>
            <a:off x="1976802" y="5554498"/>
            <a:ext cx="2736304" cy="180801"/>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線吹き出し 1 (枠付き) 24">
            <a:extLst>
              <a:ext uri="{FF2B5EF4-FFF2-40B4-BE49-F238E27FC236}">
                <a16:creationId xmlns:a16="http://schemas.microsoft.com/office/drawing/2014/main" id="{3B474BF5-8BC6-14F8-3F6B-67369FB09A18}"/>
              </a:ext>
            </a:extLst>
          </p:cNvPr>
          <p:cNvSpPr/>
          <p:nvPr/>
        </p:nvSpPr>
        <p:spPr>
          <a:xfrm>
            <a:off x="5663952" y="2225427"/>
            <a:ext cx="5112568" cy="2683879"/>
          </a:xfrm>
          <a:prstGeom prst="rect">
            <a:avLst/>
          </a:prstGeom>
          <a:solidFill>
            <a:srgbClr val="CCFFCC"/>
          </a:solidFill>
          <a:ln w="9525">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noAutofit/>
          </a:bodyPr>
          <a:lstStyle/>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単一選択同様、</a:t>
            </a:r>
            <a:r>
              <a:rPr lang="en-US" altLang="ja-JP" sz="1200" b="1" dirty="0">
                <a:solidFill>
                  <a:schemeClr val="tx1"/>
                </a:solidFill>
                <a:latin typeface="メイリオ" panose="020B0604030504040204" pitchFamily="50" charset="-128"/>
                <a:ea typeface="メイリオ" panose="020B0604030504040204" pitchFamily="50" charset="-128"/>
              </a:rPr>
              <a:t>Excel</a:t>
            </a:r>
            <a:r>
              <a:rPr lang="ja-JP" altLang="en-US" sz="1200" b="1" dirty="0">
                <a:solidFill>
                  <a:schemeClr val="tx1"/>
                </a:solidFill>
                <a:latin typeface="メイリオ" panose="020B0604030504040204" pitchFamily="50" charset="-128"/>
                <a:ea typeface="メイリオ" panose="020B0604030504040204" pitchFamily="50" charset="-128"/>
              </a:rPr>
              <a:t>に用意してある選択項目をコピーし、</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en-US" altLang="ja-JP" sz="1200" b="1" dirty="0">
                <a:solidFill>
                  <a:schemeClr val="tx1"/>
                </a:solidFill>
                <a:latin typeface="メイリオ" panose="020B0604030504040204" pitchFamily="50" charset="-128"/>
                <a:ea typeface="メイリオ" panose="020B0604030504040204" pitchFamily="50" charset="-128"/>
              </a:rPr>
              <a:t>Designer</a:t>
            </a:r>
            <a:r>
              <a:rPr lang="ja-JP" altLang="en-US" sz="1200" b="1" dirty="0">
                <a:solidFill>
                  <a:schemeClr val="tx1"/>
                </a:solidFill>
                <a:latin typeface="メイリオ" panose="020B0604030504040204" pitchFamily="50" charset="-128"/>
                <a:ea typeface="メイリオ" panose="020B0604030504040204" pitchFamily="50" charset="-128"/>
              </a:rPr>
              <a:t>上でペーストボタンを操作し内容の反映を行います。</a:t>
            </a:r>
            <a:endParaRPr lang="en-US" altLang="ja-JP" sz="1200" b="1" dirty="0">
              <a:solidFill>
                <a:schemeClr val="tx1"/>
              </a:solidFill>
              <a:latin typeface="メイリオ" panose="020B0604030504040204" pitchFamily="50" charset="-128"/>
              <a:ea typeface="メイリオ" panose="020B0604030504040204" pitchFamily="50" charset="-128"/>
            </a:endParaRPr>
          </a:p>
        </p:txBody>
      </p:sp>
      <p:cxnSp>
        <p:nvCxnSpPr>
          <p:cNvPr id="7" name="曲線コネクタ 13">
            <a:extLst>
              <a:ext uri="{FF2B5EF4-FFF2-40B4-BE49-F238E27FC236}">
                <a16:creationId xmlns:a16="http://schemas.microsoft.com/office/drawing/2014/main" id="{96D22B0A-705B-FF75-B736-62A7DA667A3C}"/>
              </a:ext>
            </a:extLst>
          </p:cNvPr>
          <p:cNvCxnSpPr>
            <a:cxnSpLocks/>
            <a:endCxn id="46" idx="3"/>
          </p:cNvCxnSpPr>
          <p:nvPr/>
        </p:nvCxnSpPr>
        <p:spPr>
          <a:xfrm rot="10800000" flipV="1">
            <a:off x="4374650" y="3789810"/>
            <a:ext cx="4100999" cy="596092"/>
          </a:xfrm>
          <a:prstGeom prst="curvedConnector3">
            <a:avLst>
              <a:gd name="adj1" fmla="val 50000"/>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 name="曲線コネクタ 13">
            <a:extLst>
              <a:ext uri="{FF2B5EF4-FFF2-40B4-BE49-F238E27FC236}">
                <a16:creationId xmlns:a16="http://schemas.microsoft.com/office/drawing/2014/main" id="{90C72D89-45CB-46A8-51AD-68760D193026}"/>
              </a:ext>
            </a:extLst>
          </p:cNvPr>
          <p:cNvCxnSpPr>
            <a:cxnSpLocks/>
            <a:stCxn id="15" idx="1"/>
            <a:endCxn id="47" idx="3"/>
          </p:cNvCxnSpPr>
          <p:nvPr/>
        </p:nvCxnSpPr>
        <p:spPr>
          <a:xfrm rot="10800000" flipV="1">
            <a:off x="4713106" y="5581075"/>
            <a:ext cx="950846" cy="63823"/>
          </a:xfrm>
          <a:prstGeom prst="curvedConnector3">
            <a:avLst>
              <a:gd name="adj1" fmla="val 50000"/>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8A9CC28B-2406-A67D-B202-CB81842636BE}"/>
              </a:ext>
            </a:extLst>
          </p:cNvPr>
          <p:cNvSpPr txBox="1"/>
          <p:nvPr/>
        </p:nvSpPr>
        <p:spPr>
          <a:xfrm>
            <a:off x="5663952" y="5165577"/>
            <a:ext cx="5102993" cy="830997"/>
          </a:xfrm>
          <a:prstGeom prst="rect">
            <a:avLst/>
          </a:prstGeom>
          <a:noFill/>
          <a:ln w="28575">
            <a:solidFill>
              <a:schemeClr val="tx1"/>
            </a:solidFill>
          </a:ln>
        </p:spPr>
        <p:txBody>
          <a:bodyPr wrap="square" rtlCol="0">
            <a:spAutoFit/>
          </a:bodyPr>
          <a:lstStyle/>
          <a:p>
            <a:pPr marL="180975" indent="-180975" defTabSz="3763963">
              <a:tabLst>
                <a:tab pos="180975" algn="l"/>
                <a:tab pos="361950" algn="l"/>
              </a:tabLst>
            </a:pPr>
            <a:r>
              <a:rPr lang="en-US" altLang="ja-JP" sz="1200" b="1" dirty="0">
                <a:latin typeface="メイリオ" panose="020B0604030504040204" pitchFamily="50" charset="-128"/>
                <a:ea typeface="メイリオ" panose="020B0604030504040204" pitchFamily="50" charset="-128"/>
              </a:rPr>
              <a:t>【</a:t>
            </a:r>
            <a:r>
              <a:rPr lang="ja-JP" altLang="en-US" sz="1200" b="1" dirty="0">
                <a:latin typeface="メイリオ" panose="020B0604030504040204" pitchFamily="50" charset="-128"/>
                <a:ea typeface="メイリオ" panose="020B0604030504040204" pitchFamily="50" charset="-128"/>
              </a:rPr>
              <a:t>任意設定</a:t>
            </a:r>
            <a:r>
              <a:rPr lang="en-US" altLang="ja-JP" sz="1200" b="1" dirty="0">
                <a:latin typeface="メイリオ" panose="020B0604030504040204" pitchFamily="50" charset="-128"/>
                <a:ea typeface="メイリオ" panose="020B0604030504040204" pitchFamily="50" charset="-128"/>
              </a:rPr>
              <a:t>】</a:t>
            </a:r>
            <a:endParaRPr kumimoji="1" lang="en-US" altLang="ja-JP" sz="1200" b="1"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・キーボードで選択項目を追加する</a:t>
            </a:r>
            <a:endParaRPr lang="en-US" altLang="ja-JP" sz="1200" b="1"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・選択した内容をキーボードを編集する</a:t>
            </a:r>
            <a:endParaRPr lang="en-US" altLang="ja-JP" sz="1200" b="1"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kumimoji="1" lang="ja-JP" altLang="en-US" sz="1200" dirty="0">
                <a:latin typeface="メイリオ" panose="020B0604030504040204" pitchFamily="50" charset="-128"/>
                <a:ea typeface="メイリオ" panose="020B0604030504040204" pitchFamily="50" charset="-128"/>
              </a:rPr>
              <a:t>　</a:t>
            </a:r>
            <a:r>
              <a:rPr kumimoji="1" lang="en-US" altLang="ja-JP" sz="1200" dirty="0" err="1">
                <a:latin typeface="メイリオ" panose="020B0604030504040204" pitchFamily="50" charset="-128"/>
                <a:ea typeface="メイリオ" panose="020B0604030504040204" pitchFamily="50" charset="-128"/>
              </a:rPr>
              <a:t>i</a:t>
            </a:r>
            <a:r>
              <a:rPr kumimoji="1" lang="en-US" altLang="ja-JP" sz="1200" dirty="0">
                <a:latin typeface="メイリオ" panose="020B0604030504040204" pitchFamily="50" charset="-128"/>
                <a:ea typeface="メイリオ" panose="020B0604030504040204" pitchFamily="50" charset="-128"/>
              </a:rPr>
              <a:t>-Reporter</a:t>
            </a:r>
            <a:r>
              <a:rPr kumimoji="1" lang="ja-JP" altLang="en-US" sz="1200" dirty="0">
                <a:latin typeface="メイリオ" panose="020B0604030504040204" pitchFamily="50" charset="-128"/>
                <a:ea typeface="メイリオ" panose="020B0604030504040204" pitchFamily="50" charset="-128"/>
              </a:rPr>
              <a:t>アプリ上で有効にした操作が行えるようになります。</a:t>
            </a:r>
            <a:endParaRPr kumimoji="1" lang="en-US" altLang="ja-JP" sz="1200" dirty="0">
              <a:latin typeface="メイリオ" panose="020B0604030504040204" pitchFamily="50" charset="-128"/>
              <a:ea typeface="メイリオ" panose="020B0604030504040204" pitchFamily="50" charset="-128"/>
            </a:endParaRPr>
          </a:p>
        </p:txBody>
      </p:sp>
      <p:pic>
        <p:nvPicPr>
          <p:cNvPr id="51" name="図 50">
            <a:extLst>
              <a:ext uri="{FF2B5EF4-FFF2-40B4-BE49-F238E27FC236}">
                <a16:creationId xmlns:a16="http://schemas.microsoft.com/office/drawing/2014/main" id="{D33F000A-3805-87C4-CCCC-E1514DAA856D}"/>
              </a:ext>
            </a:extLst>
          </p:cNvPr>
          <p:cNvPicPr>
            <a:picLocks noChangeAspect="1"/>
          </p:cNvPicPr>
          <p:nvPr/>
        </p:nvPicPr>
        <p:blipFill>
          <a:blip r:embed="rId4"/>
          <a:stretch>
            <a:fillRect/>
          </a:stretch>
        </p:blipFill>
        <p:spPr>
          <a:xfrm>
            <a:off x="5942156" y="2802041"/>
            <a:ext cx="4007360" cy="1923103"/>
          </a:xfrm>
          <a:prstGeom prst="rect">
            <a:avLst/>
          </a:prstGeom>
          <a:ln>
            <a:solidFill>
              <a:schemeClr val="tx1"/>
            </a:solidFill>
          </a:ln>
        </p:spPr>
      </p:pic>
      <p:pic>
        <p:nvPicPr>
          <p:cNvPr id="52" name="図 51">
            <a:extLst>
              <a:ext uri="{FF2B5EF4-FFF2-40B4-BE49-F238E27FC236}">
                <a16:creationId xmlns:a16="http://schemas.microsoft.com/office/drawing/2014/main" id="{7F6CBCF7-2232-FB0E-D24C-BAA3DC64FBEB}"/>
              </a:ext>
            </a:extLst>
          </p:cNvPr>
          <p:cNvPicPr>
            <a:picLocks noChangeAspect="1"/>
          </p:cNvPicPr>
          <p:nvPr/>
        </p:nvPicPr>
        <p:blipFill>
          <a:blip r:embed="rId5"/>
          <a:stretch>
            <a:fillRect/>
          </a:stretch>
        </p:blipFill>
        <p:spPr>
          <a:xfrm>
            <a:off x="8570400" y="2812242"/>
            <a:ext cx="1845903" cy="1902700"/>
          </a:xfrm>
          <a:prstGeom prst="rect">
            <a:avLst/>
          </a:prstGeom>
          <a:ln>
            <a:solidFill>
              <a:schemeClr val="tx1"/>
            </a:solidFill>
          </a:ln>
        </p:spPr>
      </p:pic>
      <p:sp>
        <p:nvSpPr>
          <p:cNvPr id="4" name="テキスト ボックス 3">
            <a:extLst>
              <a:ext uri="{FF2B5EF4-FFF2-40B4-BE49-F238E27FC236}">
                <a16:creationId xmlns:a16="http://schemas.microsoft.com/office/drawing/2014/main" id="{CBA4B9B4-0A4A-C818-80E1-57B916C31E6E}"/>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en-US" altLang="ja-JP" sz="2400" b="1" dirty="0">
                <a:solidFill>
                  <a:schemeClr val="bg1"/>
                </a:solidFill>
                <a:latin typeface="メイリオ" panose="020B0604030504040204" pitchFamily="50" charset="-128"/>
                <a:ea typeface="メイリオ" panose="020B0604030504040204" pitchFamily="50" charset="-128"/>
                <a:cs typeface="Meiryo UI" pitchFamily="50" charset="-128"/>
              </a:rPr>
              <a:t>Designer</a:t>
            </a:r>
            <a:r>
              <a:rPr lang="ja-JP" altLang="en-US" sz="2400" b="1" dirty="0">
                <a:solidFill>
                  <a:schemeClr val="bg1"/>
                </a:solidFill>
                <a:latin typeface="メイリオ" panose="020B0604030504040204" pitchFamily="50" charset="-128"/>
                <a:ea typeface="メイリオ" panose="020B0604030504040204" pitchFamily="50" charset="-128"/>
                <a:cs typeface="Meiryo UI" pitchFamily="50" charset="-128"/>
              </a:rPr>
              <a:t>での設定内容</a:t>
            </a:r>
          </a:p>
        </p:txBody>
      </p:sp>
    </p:spTree>
    <p:extLst>
      <p:ext uri="{BB962C8B-B14F-4D97-AF65-F5344CB8AC3E}">
        <p14:creationId xmlns:p14="http://schemas.microsoft.com/office/powerpoint/2010/main" val="2665216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線吹き出し 1 (枠付き) 24">
            <a:extLst>
              <a:ext uri="{FF2B5EF4-FFF2-40B4-BE49-F238E27FC236}">
                <a16:creationId xmlns:a16="http://schemas.microsoft.com/office/drawing/2014/main" id="{19A95839-1E29-301C-960A-721FBDCD743A}"/>
              </a:ext>
            </a:extLst>
          </p:cNvPr>
          <p:cNvSpPr/>
          <p:nvPr/>
        </p:nvSpPr>
        <p:spPr>
          <a:xfrm>
            <a:off x="5231904" y="1317617"/>
            <a:ext cx="5584046" cy="4895208"/>
          </a:xfrm>
          <a:prstGeom prst="rect">
            <a:avLst/>
          </a:prstGeom>
          <a:solidFill>
            <a:srgbClr val="CCFFCC"/>
          </a:solidFill>
          <a:ln w="12700">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noAutofit/>
          </a:bodyPr>
          <a:lstStyle/>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設定内容を、他のクラスターにコピーペーストで反映できます</a:t>
            </a:r>
            <a:br>
              <a:rPr lang="en-US" altLang="ja-JP" sz="1200" dirty="0">
                <a:solidFill>
                  <a:schemeClr val="tx1"/>
                </a:solidFill>
                <a:latin typeface="メイリオ" panose="020B0604030504040204" pitchFamily="50" charset="-128"/>
                <a:ea typeface="メイリオ" panose="020B0604030504040204" pitchFamily="50" charset="-128"/>
              </a:rPr>
            </a:b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操作手順</a:t>
            </a:r>
            <a:endParaRPr lang="en-US" altLang="ja-JP" sz="1200" dirty="0">
              <a:solidFill>
                <a:schemeClr val="tx1"/>
              </a:solidFill>
              <a:latin typeface="メイリオ" panose="020B0604030504040204" pitchFamily="50" charset="-128"/>
              <a:ea typeface="メイリオ" panose="020B0604030504040204" pitchFamily="50" charset="-128"/>
            </a:endParaRPr>
          </a:p>
          <a:p>
            <a:pPr marL="180975" indent="-180975"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① 左記設定を行った「正常」のクラスター上で右クリックメニューの「設定コピー」をクリックします。</a:t>
            </a:r>
            <a:endParaRPr lang="en-US" altLang="ja-JP" sz="1200" dirty="0">
              <a:solidFill>
                <a:schemeClr val="tx1"/>
              </a:solidFill>
              <a:latin typeface="メイリオ" panose="020B0604030504040204" pitchFamily="50" charset="-128"/>
              <a:ea typeface="メイリオ" panose="020B0604030504040204" pitchFamily="50" charset="-128"/>
            </a:endParaRPr>
          </a:p>
          <a:p>
            <a:pPr marL="180975" indent="-180975" defTabSz="4933950">
              <a:tabLst>
                <a:tab pos="180975" algn="l"/>
              </a:tabLst>
            </a:pPr>
            <a:endParaRPr lang="en-US" altLang="ja-JP" sz="1200" dirty="0">
              <a:solidFill>
                <a:schemeClr val="tx1"/>
              </a:solidFill>
              <a:latin typeface="メイリオ" panose="020B0604030504040204" pitchFamily="50" charset="-128"/>
              <a:ea typeface="メイリオ" panose="020B0604030504040204" pitchFamily="50" charset="-128"/>
            </a:endParaRPr>
          </a:p>
          <a:p>
            <a:pPr marL="180975" indent="-180975"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② 続いて「正常」「異常」クラスター全てを選択し、いずれかのクラスター上で右クリックメニューを開き、「設定ペースト」をクリックします。</a:t>
            </a:r>
            <a:endParaRPr lang="en-US" altLang="ja-JP" sz="1200" dirty="0">
              <a:solidFill>
                <a:schemeClr val="tx1"/>
              </a:solidFill>
              <a:latin typeface="メイリオ" panose="020B0604030504040204" pitchFamily="50" charset="-128"/>
              <a:ea typeface="メイリオ" panose="020B0604030504040204" pitchFamily="50" charset="-128"/>
            </a:endParaRPr>
          </a:p>
          <a:p>
            <a:pPr marL="180975" indent="-180975"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※Shift</a:t>
            </a:r>
            <a:r>
              <a:rPr lang="ja-JP" altLang="en-US" sz="1200" dirty="0">
                <a:solidFill>
                  <a:schemeClr val="tx1"/>
                </a:solidFill>
                <a:latin typeface="メイリオ" panose="020B0604030504040204" pitchFamily="50" charset="-128"/>
                <a:ea typeface="メイリオ" panose="020B0604030504040204" pitchFamily="50" charset="-128"/>
              </a:rPr>
              <a:t>＋左クリックで複数選択が行えます。</a:t>
            </a:r>
            <a:endParaRPr lang="en-US" altLang="ja-JP" sz="1200" dirty="0">
              <a:solidFill>
                <a:schemeClr val="tx1"/>
              </a:solidFill>
              <a:latin typeface="メイリオ" panose="020B0604030504040204" pitchFamily="50" charset="-128"/>
              <a:ea typeface="メイリオ" panose="020B0604030504040204" pitchFamily="50" charset="-128"/>
            </a:endParaRPr>
          </a:p>
        </p:txBody>
      </p:sp>
      <p:pic>
        <p:nvPicPr>
          <p:cNvPr id="16" name="図 15">
            <a:extLst>
              <a:ext uri="{FF2B5EF4-FFF2-40B4-BE49-F238E27FC236}">
                <a16:creationId xmlns:a16="http://schemas.microsoft.com/office/drawing/2014/main" id="{60FD0C7D-36F4-4C78-8B1E-9C5F7C290CE4}"/>
              </a:ext>
            </a:extLst>
          </p:cNvPr>
          <p:cNvPicPr>
            <a:picLocks noChangeAspect="1"/>
          </p:cNvPicPr>
          <p:nvPr/>
        </p:nvPicPr>
        <p:blipFill>
          <a:blip r:embed="rId2"/>
          <a:stretch>
            <a:fillRect/>
          </a:stretch>
        </p:blipFill>
        <p:spPr>
          <a:xfrm>
            <a:off x="7472360" y="3062634"/>
            <a:ext cx="3196554" cy="1422467"/>
          </a:xfrm>
          <a:prstGeom prst="rect">
            <a:avLst/>
          </a:prstGeom>
          <a:ln>
            <a:solidFill>
              <a:schemeClr val="tx1"/>
            </a:solidFill>
          </a:ln>
        </p:spPr>
      </p:pic>
      <p:pic>
        <p:nvPicPr>
          <p:cNvPr id="12" name="図 11">
            <a:extLst>
              <a:ext uri="{FF2B5EF4-FFF2-40B4-BE49-F238E27FC236}">
                <a16:creationId xmlns:a16="http://schemas.microsoft.com/office/drawing/2014/main" id="{1ED7B566-7B6A-BD6E-8640-3C341FDF223B}"/>
              </a:ext>
            </a:extLst>
          </p:cNvPr>
          <p:cNvPicPr>
            <a:picLocks noChangeAspect="1"/>
          </p:cNvPicPr>
          <p:nvPr/>
        </p:nvPicPr>
        <p:blipFill>
          <a:blip r:embed="rId3"/>
          <a:stretch>
            <a:fillRect/>
          </a:stretch>
        </p:blipFill>
        <p:spPr>
          <a:xfrm>
            <a:off x="7472360" y="4591261"/>
            <a:ext cx="3196554" cy="1430458"/>
          </a:xfrm>
          <a:prstGeom prst="rect">
            <a:avLst/>
          </a:prstGeom>
        </p:spPr>
      </p:pic>
      <p:pic>
        <p:nvPicPr>
          <p:cNvPr id="11" name="図 10">
            <a:extLst>
              <a:ext uri="{FF2B5EF4-FFF2-40B4-BE49-F238E27FC236}">
                <a16:creationId xmlns:a16="http://schemas.microsoft.com/office/drawing/2014/main" id="{6EB4B630-CA84-D655-0AF3-8700AC222E01}"/>
              </a:ext>
            </a:extLst>
          </p:cNvPr>
          <p:cNvPicPr>
            <a:picLocks noChangeAspect="1"/>
          </p:cNvPicPr>
          <p:nvPr/>
        </p:nvPicPr>
        <p:blipFill>
          <a:blip r:embed="rId4"/>
          <a:stretch>
            <a:fillRect/>
          </a:stretch>
        </p:blipFill>
        <p:spPr>
          <a:xfrm>
            <a:off x="983432" y="1327536"/>
            <a:ext cx="3862734" cy="4086790"/>
          </a:xfrm>
          <a:prstGeom prst="rect">
            <a:avLst/>
          </a:prstGeom>
          <a:ln>
            <a:solidFill>
              <a:schemeClr val="tx1"/>
            </a:solidFill>
          </a:ln>
        </p:spPr>
      </p:pic>
      <p:sp>
        <p:nvSpPr>
          <p:cNvPr id="6" name="正方形/長方形 5">
            <a:extLst>
              <a:ext uri="{FF2B5EF4-FFF2-40B4-BE49-F238E27FC236}">
                <a16:creationId xmlns:a16="http://schemas.microsoft.com/office/drawing/2014/main" id="{B7D94079-552D-D0A7-839F-8C3B7F366DC3}"/>
              </a:ext>
            </a:extLst>
          </p:cNvPr>
          <p:cNvSpPr/>
          <p:nvPr/>
        </p:nvSpPr>
        <p:spPr>
          <a:xfrm>
            <a:off x="1474650" y="2897565"/>
            <a:ext cx="2029061" cy="264844"/>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2316686A-FDD9-AD62-C33C-4C79414C88DB}"/>
              </a:ext>
            </a:extLst>
          </p:cNvPr>
          <p:cNvSpPr txBox="1"/>
          <p:nvPr/>
        </p:nvSpPr>
        <p:spPr>
          <a:xfrm>
            <a:off x="983432" y="861426"/>
            <a:ext cx="4680520" cy="461665"/>
          </a:xfrm>
          <a:prstGeom prst="rect">
            <a:avLst/>
          </a:prstGeom>
          <a:noFill/>
        </p:spPr>
        <p:txBody>
          <a:bodyPr wrap="square" rtlCol="0">
            <a:spAutoFit/>
          </a:bodyPr>
          <a:lstStyle/>
          <a:p>
            <a:pPr defTabSz="3763963">
              <a:tabLst>
                <a:tab pos="180975" algn="l"/>
                <a:tab pos="361950" algn="l"/>
              </a:tabLst>
            </a:pPr>
            <a:r>
              <a:rPr kumimoji="1" lang="ja-JP" altLang="en-US" sz="1200" b="1" dirty="0">
                <a:latin typeface="メイリオ" panose="020B0604030504040204" pitchFamily="50" charset="-128"/>
                <a:ea typeface="メイリオ" panose="020B0604030504040204" pitchFamily="50" charset="-128"/>
              </a:rPr>
              <a:t>④クラスター名称：正 常</a:t>
            </a:r>
            <a:r>
              <a:rPr kumimoji="1" lang="en-US" altLang="ja-JP" sz="1200" b="1" dirty="0">
                <a:latin typeface="メイリオ" panose="020B0604030504040204" pitchFamily="50" charset="-128"/>
                <a:ea typeface="メイリオ" panose="020B0604030504040204" pitchFamily="50" charset="-128"/>
              </a:rPr>
              <a:t>	</a:t>
            </a:r>
          </a:p>
          <a:p>
            <a:pPr defTabSz="3763963">
              <a:tabLst>
                <a:tab pos="180975" algn="l"/>
                <a:tab pos="361950" algn="l"/>
              </a:tabLst>
            </a:pPr>
            <a:r>
              <a:rPr kumimoji="1" lang="ja-JP" altLang="en-US" sz="1200" b="1" dirty="0">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「マーカー形状」を「楕円」に変更</a:t>
            </a:r>
            <a:endParaRPr kumimoji="1" lang="en-US" altLang="ja-JP" sz="1200" dirty="0">
              <a:latin typeface="メイリオ" panose="020B0604030504040204" pitchFamily="50" charset="-128"/>
              <a:ea typeface="メイリオ" panose="020B0604030504040204" pitchFamily="50" charset="-128"/>
            </a:endParaRPr>
          </a:p>
        </p:txBody>
      </p:sp>
      <p:grpSp>
        <p:nvGrpSpPr>
          <p:cNvPr id="14" name="グループ化 13">
            <a:extLst>
              <a:ext uri="{FF2B5EF4-FFF2-40B4-BE49-F238E27FC236}">
                <a16:creationId xmlns:a16="http://schemas.microsoft.com/office/drawing/2014/main" id="{D98D4C30-36ED-FFDC-4A70-0A20591AEA78}"/>
              </a:ext>
            </a:extLst>
          </p:cNvPr>
          <p:cNvGrpSpPr/>
          <p:nvPr/>
        </p:nvGrpSpPr>
        <p:grpSpPr>
          <a:xfrm>
            <a:off x="5272129" y="3154687"/>
            <a:ext cx="1814494" cy="2475461"/>
            <a:chOff x="6815215" y="3532231"/>
            <a:chExt cx="1970073" cy="2608586"/>
          </a:xfrm>
        </p:grpSpPr>
        <p:grpSp>
          <p:nvGrpSpPr>
            <p:cNvPr id="34" name="グループ化 33">
              <a:extLst>
                <a:ext uri="{FF2B5EF4-FFF2-40B4-BE49-F238E27FC236}">
                  <a16:creationId xmlns:a16="http://schemas.microsoft.com/office/drawing/2014/main" id="{A2DFD744-CEA2-A25B-2B12-70ADDB869823}"/>
                </a:ext>
              </a:extLst>
            </p:cNvPr>
            <p:cNvGrpSpPr/>
            <p:nvPr/>
          </p:nvGrpSpPr>
          <p:grpSpPr>
            <a:xfrm>
              <a:off x="6815215" y="3532231"/>
              <a:ext cx="1970073" cy="2608586"/>
              <a:chOff x="6112166" y="1324470"/>
              <a:chExt cx="1970073" cy="2608586"/>
            </a:xfrm>
          </p:grpSpPr>
          <p:grpSp>
            <p:nvGrpSpPr>
              <p:cNvPr id="32" name="グループ化 31">
                <a:extLst>
                  <a:ext uri="{FF2B5EF4-FFF2-40B4-BE49-F238E27FC236}">
                    <a16:creationId xmlns:a16="http://schemas.microsoft.com/office/drawing/2014/main" id="{5898BBBC-153C-2A72-7618-512453A9B805}"/>
                  </a:ext>
                </a:extLst>
              </p:cNvPr>
              <p:cNvGrpSpPr/>
              <p:nvPr/>
            </p:nvGrpSpPr>
            <p:grpSpPr>
              <a:xfrm>
                <a:off x="6153387" y="1329134"/>
                <a:ext cx="1928852" cy="2603922"/>
                <a:chOff x="6153387" y="1329134"/>
                <a:chExt cx="1928852" cy="2603922"/>
              </a:xfrm>
            </p:grpSpPr>
            <p:pic>
              <p:nvPicPr>
                <p:cNvPr id="21" name="図 20">
                  <a:extLst>
                    <a:ext uri="{FF2B5EF4-FFF2-40B4-BE49-F238E27FC236}">
                      <a16:creationId xmlns:a16="http://schemas.microsoft.com/office/drawing/2014/main" id="{CAFF6BFB-6F19-C17E-CA26-C1F6A12B27A0}"/>
                    </a:ext>
                  </a:extLst>
                </p:cNvPr>
                <p:cNvPicPr>
                  <a:picLocks noChangeAspect="1"/>
                </p:cNvPicPr>
                <p:nvPr/>
              </p:nvPicPr>
              <p:blipFill rotWithShape="1">
                <a:blip r:embed="rId5"/>
                <a:srcRect b="50366"/>
                <a:stretch/>
              </p:blipFill>
              <p:spPr>
                <a:xfrm>
                  <a:off x="6153388" y="1329134"/>
                  <a:ext cx="1928851" cy="1883842"/>
                </a:xfrm>
                <a:prstGeom prst="rect">
                  <a:avLst/>
                </a:prstGeom>
                <a:ln>
                  <a:solidFill>
                    <a:schemeClr val="tx1">
                      <a:lumMod val="50000"/>
                      <a:lumOff val="50000"/>
                    </a:schemeClr>
                  </a:solidFill>
                </a:ln>
              </p:spPr>
            </p:pic>
            <p:pic>
              <p:nvPicPr>
                <p:cNvPr id="23" name="図 22">
                  <a:extLst>
                    <a:ext uri="{FF2B5EF4-FFF2-40B4-BE49-F238E27FC236}">
                      <a16:creationId xmlns:a16="http://schemas.microsoft.com/office/drawing/2014/main" id="{AFBE5E11-0830-6AFA-8E1C-ED3D0C5F4EA7}"/>
                    </a:ext>
                  </a:extLst>
                </p:cNvPr>
                <p:cNvPicPr>
                  <a:picLocks noChangeAspect="1"/>
                </p:cNvPicPr>
                <p:nvPr/>
              </p:nvPicPr>
              <p:blipFill rotWithShape="1">
                <a:blip r:embed="rId5"/>
                <a:srcRect t="80249"/>
                <a:stretch/>
              </p:blipFill>
              <p:spPr>
                <a:xfrm>
                  <a:off x="6153387" y="3183409"/>
                  <a:ext cx="1928851" cy="749647"/>
                </a:xfrm>
                <a:prstGeom prst="rect">
                  <a:avLst/>
                </a:prstGeom>
                <a:ln>
                  <a:solidFill>
                    <a:schemeClr val="tx1">
                      <a:lumMod val="50000"/>
                      <a:lumOff val="50000"/>
                    </a:schemeClr>
                  </a:solidFill>
                </a:ln>
              </p:spPr>
            </p:pic>
          </p:grpSp>
          <p:grpSp>
            <p:nvGrpSpPr>
              <p:cNvPr id="31" name="グループ化 30">
                <a:extLst>
                  <a:ext uri="{FF2B5EF4-FFF2-40B4-BE49-F238E27FC236}">
                    <a16:creationId xmlns:a16="http://schemas.microsoft.com/office/drawing/2014/main" id="{3E4DFF5A-9C4D-0466-F4B1-023C9741609B}"/>
                  </a:ext>
                </a:extLst>
              </p:cNvPr>
              <p:cNvGrpSpPr/>
              <p:nvPr/>
            </p:nvGrpSpPr>
            <p:grpSpPr>
              <a:xfrm>
                <a:off x="6112166" y="3073624"/>
                <a:ext cx="1970072" cy="152923"/>
                <a:chOff x="6112166" y="3073624"/>
                <a:chExt cx="1970072" cy="152923"/>
              </a:xfrm>
            </p:grpSpPr>
            <p:sp>
              <p:nvSpPr>
                <p:cNvPr id="24" name="小波 23">
                  <a:extLst>
                    <a:ext uri="{FF2B5EF4-FFF2-40B4-BE49-F238E27FC236}">
                      <a16:creationId xmlns:a16="http://schemas.microsoft.com/office/drawing/2014/main" id="{58C8A2CB-14A2-957C-DFB5-E731AEB48097}"/>
                    </a:ext>
                  </a:extLst>
                </p:cNvPr>
                <p:cNvSpPr/>
                <p:nvPr/>
              </p:nvSpPr>
              <p:spPr>
                <a:xfrm>
                  <a:off x="6112166" y="307362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小波 24">
                  <a:extLst>
                    <a:ext uri="{FF2B5EF4-FFF2-40B4-BE49-F238E27FC236}">
                      <a16:creationId xmlns:a16="http://schemas.microsoft.com/office/drawing/2014/main" id="{AEF4E9AC-0CB7-DAF8-0F6D-01937C5C0FB4}"/>
                    </a:ext>
                  </a:extLst>
                </p:cNvPr>
                <p:cNvSpPr/>
                <p:nvPr/>
              </p:nvSpPr>
              <p:spPr>
                <a:xfrm>
                  <a:off x="6353181" y="3082531"/>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小波 25">
                  <a:extLst>
                    <a:ext uri="{FF2B5EF4-FFF2-40B4-BE49-F238E27FC236}">
                      <a16:creationId xmlns:a16="http://schemas.microsoft.com/office/drawing/2014/main" id="{465F2162-7843-8A1D-B852-B2274E1B2836}"/>
                    </a:ext>
                  </a:extLst>
                </p:cNvPr>
                <p:cNvSpPr/>
                <p:nvPr/>
              </p:nvSpPr>
              <p:spPr>
                <a:xfrm>
                  <a:off x="6641213" y="3082531"/>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小波 26">
                  <a:extLst>
                    <a:ext uri="{FF2B5EF4-FFF2-40B4-BE49-F238E27FC236}">
                      <a16:creationId xmlns:a16="http://schemas.microsoft.com/office/drawing/2014/main" id="{0A5BD770-A17B-C6CA-0215-F643E432C8F1}"/>
                    </a:ext>
                  </a:extLst>
                </p:cNvPr>
                <p:cNvSpPr/>
                <p:nvPr/>
              </p:nvSpPr>
              <p:spPr>
                <a:xfrm>
                  <a:off x="6930110" y="3082531"/>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小波 27">
                  <a:extLst>
                    <a:ext uri="{FF2B5EF4-FFF2-40B4-BE49-F238E27FC236}">
                      <a16:creationId xmlns:a16="http://schemas.microsoft.com/office/drawing/2014/main" id="{CB2EEA57-3A9D-D160-DCE3-9F82FD6E054C}"/>
                    </a:ext>
                  </a:extLst>
                </p:cNvPr>
                <p:cNvSpPr/>
                <p:nvPr/>
              </p:nvSpPr>
              <p:spPr>
                <a:xfrm>
                  <a:off x="7217277" y="3082531"/>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小波 28">
                  <a:extLst>
                    <a:ext uri="{FF2B5EF4-FFF2-40B4-BE49-F238E27FC236}">
                      <a16:creationId xmlns:a16="http://schemas.microsoft.com/office/drawing/2014/main" id="{6343FB5F-03FF-EEB1-6C83-92350E49A5DC}"/>
                    </a:ext>
                  </a:extLst>
                </p:cNvPr>
                <p:cNvSpPr/>
                <p:nvPr/>
              </p:nvSpPr>
              <p:spPr>
                <a:xfrm>
                  <a:off x="7506174" y="3082531"/>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小波 29">
                  <a:extLst>
                    <a:ext uri="{FF2B5EF4-FFF2-40B4-BE49-F238E27FC236}">
                      <a16:creationId xmlns:a16="http://schemas.microsoft.com/office/drawing/2014/main" id="{B396F555-BF0D-58A9-28AB-9D1AF701466A}"/>
                    </a:ext>
                  </a:extLst>
                </p:cNvPr>
                <p:cNvSpPr/>
                <p:nvPr/>
              </p:nvSpPr>
              <p:spPr>
                <a:xfrm>
                  <a:off x="7793341" y="3082531"/>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a:extLst>
                  <a:ext uri="{FF2B5EF4-FFF2-40B4-BE49-F238E27FC236}">
                    <a16:creationId xmlns:a16="http://schemas.microsoft.com/office/drawing/2014/main" id="{3907F95E-42C3-9888-A16F-7D4DEC7450FE}"/>
                  </a:ext>
                </a:extLst>
              </p:cNvPr>
              <p:cNvSpPr/>
              <p:nvPr/>
            </p:nvSpPr>
            <p:spPr>
              <a:xfrm>
                <a:off x="6142053" y="1324470"/>
                <a:ext cx="1940185" cy="2608586"/>
              </a:xfrm>
              <a:prstGeom prst="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grpSp>
        <p:sp>
          <p:nvSpPr>
            <p:cNvPr id="37" name="正方形/長方形 36">
              <a:extLst>
                <a:ext uri="{FF2B5EF4-FFF2-40B4-BE49-F238E27FC236}">
                  <a16:creationId xmlns:a16="http://schemas.microsoft.com/office/drawing/2014/main" id="{8FD43429-A2EF-2A90-7BCC-D3D1BA49BF61}"/>
                </a:ext>
              </a:extLst>
            </p:cNvPr>
            <p:cNvSpPr/>
            <p:nvPr/>
          </p:nvSpPr>
          <p:spPr>
            <a:xfrm>
              <a:off x="7029968" y="5437213"/>
              <a:ext cx="1032273" cy="144016"/>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6" name="図 35">
            <a:extLst>
              <a:ext uri="{FF2B5EF4-FFF2-40B4-BE49-F238E27FC236}">
                <a16:creationId xmlns:a16="http://schemas.microsoft.com/office/drawing/2014/main" id="{206B7159-D45A-37D4-A172-E6821A96CF47}"/>
              </a:ext>
            </a:extLst>
          </p:cNvPr>
          <p:cNvPicPr>
            <a:picLocks noChangeAspect="1"/>
          </p:cNvPicPr>
          <p:nvPr/>
        </p:nvPicPr>
        <p:blipFill>
          <a:blip r:embed="rId6"/>
          <a:stretch>
            <a:fillRect/>
          </a:stretch>
        </p:blipFill>
        <p:spPr>
          <a:xfrm>
            <a:off x="6498003" y="4454461"/>
            <a:ext cx="1701363" cy="1184282"/>
          </a:xfrm>
          <a:prstGeom prst="rect">
            <a:avLst/>
          </a:prstGeom>
          <a:ln>
            <a:solidFill>
              <a:schemeClr val="tx1">
                <a:lumMod val="50000"/>
                <a:lumOff val="50000"/>
              </a:schemeClr>
            </a:solidFill>
          </a:ln>
        </p:spPr>
      </p:pic>
      <p:sp>
        <p:nvSpPr>
          <p:cNvPr id="3" name="正方形/長方形 2">
            <a:extLst>
              <a:ext uri="{FF2B5EF4-FFF2-40B4-BE49-F238E27FC236}">
                <a16:creationId xmlns:a16="http://schemas.microsoft.com/office/drawing/2014/main" id="{63501650-6396-D9DE-F821-D2B72E595C7E}"/>
              </a:ext>
            </a:extLst>
          </p:cNvPr>
          <p:cNvSpPr/>
          <p:nvPr/>
        </p:nvSpPr>
        <p:spPr>
          <a:xfrm>
            <a:off x="8532016" y="4934110"/>
            <a:ext cx="2163745" cy="1087609"/>
          </a:xfrm>
          <a:prstGeom prst="rect">
            <a:avLst/>
          </a:prstGeom>
          <a:noFill/>
          <a:ln w="381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 name="曲線コネクタ 13">
            <a:extLst>
              <a:ext uri="{FF2B5EF4-FFF2-40B4-BE49-F238E27FC236}">
                <a16:creationId xmlns:a16="http://schemas.microsoft.com/office/drawing/2014/main" id="{D53D1A78-6C37-7468-80EB-3D4184EB6169}"/>
              </a:ext>
            </a:extLst>
          </p:cNvPr>
          <p:cNvCxnSpPr>
            <a:cxnSpLocks/>
            <a:stCxn id="64" idx="1"/>
            <a:endCxn id="57" idx="0"/>
          </p:cNvCxnSpPr>
          <p:nvPr/>
        </p:nvCxnSpPr>
        <p:spPr>
          <a:xfrm rot="10800000" flipV="1">
            <a:off x="7168245" y="3609019"/>
            <a:ext cx="1363771" cy="1403407"/>
          </a:xfrm>
          <a:prstGeom prst="curvedConnector2">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 name="曲線コネクタ 13">
            <a:extLst>
              <a:ext uri="{FF2B5EF4-FFF2-40B4-BE49-F238E27FC236}">
                <a16:creationId xmlns:a16="http://schemas.microsoft.com/office/drawing/2014/main" id="{87F857DD-9668-2215-E783-F15F30D9DC19}"/>
              </a:ext>
            </a:extLst>
          </p:cNvPr>
          <p:cNvCxnSpPr>
            <a:cxnSpLocks/>
          </p:cNvCxnSpPr>
          <p:nvPr/>
        </p:nvCxnSpPr>
        <p:spPr>
          <a:xfrm rot="10800000">
            <a:off x="7638312" y="5250622"/>
            <a:ext cx="684376" cy="31190"/>
          </a:xfrm>
          <a:prstGeom prst="curvedConnector3">
            <a:avLst>
              <a:gd name="adj1" fmla="val 50000"/>
            </a:avLst>
          </a:prstGeom>
          <a:ln w="38100">
            <a:solidFill>
              <a:srgbClr val="0000FF"/>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正方形/長方形 56">
            <a:extLst>
              <a:ext uri="{FF2B5EF4-FFF2-40B4-BE49-F238E27FC236}">
                <a16:creationId xmlns:a16="http://schemas.microsoft.com/office/drawing/2014/main" id="{22E208F4-DC16-A0F5-DC86-CC8EDE86F49D}"/>
              </a:ext>
            </a:extLst>
          </p:cNvPr>
          <p:cNvSpPr/>
          <p:nvPr/>
        </p:nvSpPr>
        <p:spPr>
          <a:xfrm>
            <a:off x="6692867" y="5012427"/>
            <a:ext cx="950753" cy="136666"/>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E95E329D-4DB4-4F70-98C8-3CDE441AB826}"/>
              </a:ext>
            </a:extLst>
          </p:cNvPr>
          <p:cNvSpPr/>
          <p:nvPr/>
        </p:nvSpPr>
        <p:spPr>
          <a:xfrm>
            <a:off x="6687559" y="5182286"/>
            <a:ext cx="950753" cy="145975"/>
          </a:xfrm>
          <a:prstGeom prst="rect">
            <a:avLst/>
          </a:prstGeom>
          <a:noFill/>
          <a:ln w="381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0A3A0977-80C5-91BD-8E0F-937315EB455A}"/>
              </a:ext>
            </a:extLst>
          </p:cNvPr>
          <p:cNvSpPr/>
          <p:nvPr/>
        </p:nvSpPr>
        <p:spPr>
          <a:xfrm>
            <a:off x="8532015" y="3429000"/>
            <a:ext cx="1083889" cy="360040"/>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23383F7-D094-728C-4735-0065F3D912BC}"/>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en-US" altLang="ja-JP" sz="2400" b="1" dirty="0">
                <a:solidFill>
                  <a:schemeClr val="bg1"/>
                </a:solidFill>
                <a:latin typeface="メイリオ" panose="020B0604030504040204" pitchFamily="50" charset="-128"/>
                <a:ea typeface="メイリオ" panose="020B0604030504040204" pitchFamily="50" charset="-128"/>
                <a:cs typeface="Meiryo UI" pitchFamily="50" charset="-128"/>
              </a:rPr>
              <a:t>Designer</a:t>
            </a:r>
            <a:r>
              <a:rPr lang="ja-JP" altLang="en-US" sz="2400" b="1" dirty="0">
                <a:solidFill>
                  <a:schemeClr val="bg1"/>
                </a:solidFill>
                <a:latin typeface="メイリオ" panose="020B0604030504040204" pitchFamily="50" charset="-128"/>
                <a:ea typeface="メイリオ" panose="020B0604030504040204" pitchFamily="50" charset="-128"/>
                <a:cs typeface="Meiryo UI" pitchFamily="50" charset="-128"/>
              </a:rPr>
              <a:t>での設定内容</a:t>
            </a:r>
          </a:p>
        </p:txBody>
      </p:sp>
    </p:spTree>
    <p:extLst>
      <p:ext uri="{BB962C8B-B14F-4D97-AF65-F5344CB8AC3E}">
        <p14:creationId xmlns:p14="http://schemas.microsoft.com/office/powerpoint/2010/main" val="4171013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線吹き出し 1 (枠付き) 24">
            <a:extLst>
              <a:ext uri="{FF2B5EF4-FFF2-40B4-BE49-F238E27FC236}">
                <a16:creationId xmlns:a16="http://schemas.microsoft.com/office/drawing/2014/main" id="{19A95839-1E29-301C-960A-721FBDCD743A}"/>
              </a:ext>
            </a:extLst>
          </p:cNvPr>
          <p:cNvSpPr/>
          <p:nvPr/>
        </p:nvSpPr>
        <p:spPr>
          <a:xfrm>
            <a:off x="5663952" y="1173374"/>
            <a:ext cx="5112568" cy="4895208"/>
          </a:xfrm>
          <a:prstGeom prst="rect">
            <a:avLst/>
          </a:prstGeom>
          <a:solidFill>
            <a:srgbClr val="CCFFCC"/>
          </a:solidFill>
          <a:ln w="12700">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noAutofit/>
          </a:bodyPr>
          <a:lstStyle/>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複数の「チェック」クラスターをグループ化し、グループ内で</a:t>
            </a:r>
            <a:r>
              <a:rPr lang="en-US" altLang="ja-JP" sz="1200" b="1" dirty="0">
                <a:solidFill>
                  <a:schemeClr val="tx1"/>
                </a:solidFill>
                <a:latin typeface="メイリオ" panose="020B0604030504040204" pitchFamily="50" charset="-128"/>
                <a:ea typeface="メイリオ" panose="020B0604030504040204" pitchFamily="50" charset="-128"/>
              </a:rPr>
              <a:t>1</a:t>
            </a:r>
            <a:r>
              <a:rPr lang="ja-JP" altLang="en-US" sz="1200" b="1" dirty="0">
                <a:solidFill>
                  <a:schemeClr val="tx1"/>
                </a:solidFill>
                <a:latin typeface="メイリオ" panose="020B0604030504040204" pitchFamily="50" charset="-128"/>
                <a:ea typeface="メイリオ" panose="020B0604030504040204" pitchFamily="50" charset="-128"/>
              </a:rPr>
              <a:t>つだけチェックが入力できるように設定する事が可能です</a:t>
            </a:r>
            <a:br>
              <a:rPr lang="en-US" altLang="ja-JP" sz="1200" dirty="0">
                <a:solidFill>
                  <a:schemeClr val="tx1"/>
                </a:solidFill>
                <a:latin typeface="メイリオ" panose="020B0604030504040204" pitchFamily="50" charset="-128"/>
                <a:ea typeface="メイリオ" panose="020B0604030504040204" pitchFamily="50" charset="-128"/>
              </a:rPr>
            </a:br>
            <a:endParaRPr lang="en-US" altLang="ja-JP" sz="1200"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操作方法</a:t>
            </a:r>
            <a:endParaRPr lang="en-US" altLang="ja-JP" sz="1200" dirty="0">
              <a:solidFill>
                <a:schemeClr val="tx1"/>
              </a:solidFill>
              <a:latin typeface="メイリオ" panose="020B0604030504040204" pitchFamily="50" charset="-128"/>
              <a:ea typeface="メイリオ" panose="020B0604030504040204" pitchFamily="50" charset="-128"/>
            </a:endParaRPr>
          </a:p>
          <a:p>
            <a:pPr marL="180975" indent="-180975"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「正常」「異常」</a:t>
            </a:r>
            <a:r>
              <a:rPr lang="en-US" altLang="ja-JP" sz="1200" dirty="0">
                <a:solidFill>
                  <a:schemeClr val="tx1"/>
                </a:solidFill>
                <a:latin typeface="メイリオ" panose="020B0604030504040204" pitchFamily="50" charset="-128"/>
                <a:ea typeface="メイリオ" panose="020B0604030504040204" pitchFamily="50" charset="-128"/>
              </a:rPr>
              <a:t>2</a:t>
            </a:r>
            <a:r>
              <a:rPr lang="ja-JP" altLang="en-US" sz="1200" dirty="0">
                <a:solidFill>
                  <a:schemeClr val="tx1"/>
                </a:solidFill>
                <a:latin typeface="メイリオ" panose="020B0604030504040204" pitchFamily="50" charset="-128"/>
                <a:ea typeface="メイリオ" panose="020B0604030504040204" pitchFamily="50" charset="-128"/>
              </a:rPr>
              <a:t>つのクラスターを選択状態にします。</a:t>
            </a:r>
            <a:endParaRPr lang="en-US" altLang="ja-JP" sz="1200" dirty="0">
              <a:solidFill>
                <a:schemeClr val="tx1"/>
              </a:solidFill>
              <a:latin typeface="メイリオ" panose="020B0604030504040204" pitchFamily="50" charset="-128"/>
              <a:ea typeface="メイリオ" panose="020B0604030504040204" pitchFamily="50" charset="-128"/>
            </a:endParaRPr>
          </a:p>
          <a:p>
            <a:pPr marL="180975" indent="-180975" defTabSz="4933950">
              <a:tabLst>
                <a:tab pos="180975" algn="l"/>
              </a:tabLst>
            </a:pP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いずれかのクラスター上で右クリックメニューから「グループ</a:t>
            </a:r>
            <a:r>
              <a:rPr lang="en-US" altLang="ja-JP" sz="1200" dirty="0">
                <a:solidFill>
                  <a:schemeClr val="tx1"/>
                </a:solidFill>
                <a:latin typeface="メイリオ" panose="020B0604030504040204" pitchFamily="50" charset="-128"/>
                <a:ea typeface="メイリオ" panose="020B0604030504040204" pitchFamily="50" charset="-128"/>
              </a:rPr>
              <a:t>ID</a:t>
            </a:r>
            <a:r>
              <a:rPr lang="ja-JP" altLang="en-US" sz="1200" dirty="0">
                <a:solidFill>
                  <a:schemeClr val="tx1"/>
                </a:solidFill>
                <a:latin typeface="メイリオ" panose="020B0604030504040204" pitchFamily="50" charset="-128"/>
                <a:ea typeface="メイリオ" panose="020B0604030504040204" pitchFamily="50" charset="-128"/>
              </a:rPr>
              <a:t>自動設定」をクリックし、「はい」をクリックします。</a:t>
            </a:r>
            <a:endParaRPr lang="en-US" altLang="ja-JP" sz="1200" dirty="0">
              <a:solidFill>
                <a:schemeClr val="tx1"/>
              </a:solidFill>
              <a:latin typeface="メイリオ" panose="020B0604030504040204" pitchFamily="50" charset="-128"/>
              <a:ea typeface="メイリオ" panose="020B0604030504040204" pitchFamily="50" charset="-128"/>
            </a:endParaRPr>
          </a:p>
          <a:p>
            <a:pPr marL="180975" indent="-180975" defTabSz="4933950">
              <a:tabLst>
                <a:tab pos="180975" algn="l"/>
                <a:tab pos="361950" algn="l"/>
              </a:tabLst>
            </a:pPr>
            <a:r>
              <a:rPr lang="en-US" altLang="ja-JP" sz="1200" dirty="0">
                <a:solidFill>
                  <a:schemeClr val="tx1"/>
                </a:solidFill>
                <a:latin typeface="メイリオ" panose="020B0604030504040204" pitchFamily="50" charset="-128"/>
                <a:ea typeface="メイリオ" panose="020B0604030504040204" pitchFamily="50" charset="-128"/>
              </a:rPr>
              <a:t>	※	</a:t>
            </a:r>
            <a:r>
              <a:rPr lang="ja-JP" altLang="en-US" sz="1200" dirty="0">
                <a:solidFill>
                  <a:schemeClr val="tx1"/>
                </a:solidFill>
                <a:latin typeface="メイリオ" panose="020B0604030504040204" pitchFamily="50" charset="-128"/>
                <a:ea typeface="メイリオ" panose="020B0604030504040204" pitchFamily="50" charset="-128"/>
              </a:rPr>
              <a:t>複数のチェッククラスターを選択して上記の操作を行うと、選択</a:t>
            </a: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した全てのクラスターをグループに設定できます。</a:t>
            </a:r>
            <a:endParaRPr lang="en-US" altLang="ja-JP" sz="1200" dirty="0">
              <a:solidFill>
                <a:schemeClr val="tx1"/>
              </a:solidFill>
              <a:latin typeface="メイリオ" panose="020B0604030504040204" pitchFamily="50" charset="-128"/>
              <a:ea typeface="メイリオ" panose="020B0604030504040204" pitchFamily="50" charset="-128"/>
            </a:endParaRPr>
          </a:p>
          <a:p>
            <a:pPr marL="180975" indent="-180975" defTabSz="4933950">
              <a:tabLst>
                <a:tab pos="180975" algn="l"/>
                <a:tab pos="361950" algn="l"/>
              </a:tabLst>
            </a:pPr>
            <a:r>
              <a:rPr lang="en-US" altLang="ja-JP" sz="1200" dirty="0">
                <a:solidFill>
                  <a:schemeClr val="tx1"/>
                </a:solidFill>
                <a:latin typeface="メイリオ" panose="020B0604030504040204" pitchFamily="50" charset="-128"/>
                <a:ea typeface="メイリオ" panose="020B0604030504040204" pitchFamily="50" charset="-128"/>
              </a:rPr>
              <a:t>		</a:t>
            </a:r>
            <a:r>
              <a:rPr lang="ja-JP" altLang="en-US" sz="1200" dirty="0">
                <a:solidFill>
                  <a:schemeClr val="tx1"/>
                </a:solidFill>
                <a:latin typeface="メイリオ" panose="020B0604030504040204" pitchFamily="50" charset="-128"/>
                <a:ea typeface="メイリオ" panose="020B0604030504040204" pitchFamily="50" charset="-128"/>
              </a:rPr>
              <a:t>（その中で</a:t>
            </a:r>
            <a:r>
              <a:rPr lang="en-US" altLang="ja-JP" sz="1200" dirty="0">
                <a:solidFill>
                  <a:schemeClr val="tx1"/>
                </a:solidFill>
                <a:latin typeface="メイリオ" panose="020B0604030504040204" pitchFamily="50" charset="-128"/>
                <a:ea typeface="メイリオ" panose="020B0604030504040204" pitchFamily="50" charset="-128"/>
              </a:rPr>
              <a:t>1</a:t>
            </a:r>
            <a:r>
              <a:rPr lang="ja-JP" altLang="en-US" sz="1200" dirty="0">
                <a:solidFill>
                  <a:schemeClr val="tx1"/>
                </a:solidFill>
                <a:latin typeface="メイリオ" panose="020B0604030504040204" pitchFamily="50" charset="-128"/>
                <a:ea typeface="メイリオ" panose="020B0604030504040204" pitchFamily="50" charset="-128"/>
              </a:rPr>
              <a:t>つだけチェックが入力できるようになります）</a:t>
            </a:r>
            <a:endParaRPr lang="en-US" altLang="ja-JP" sz="1200" dirty="0">
              <a:solidFill>
                <a:schemeClr val="tx1"/>
              </a:solidFill>
              <a:latin typeface="メイリオ" panose="020B0604030504040204" pitchFamily="50" charset="-128"/>
              <a:ea typeface="メイリオ" panose="020B0604030504040204" pitchFamily="50" charset="-128"/>
            </a:endParaRPr>
          </a:p>
        </p:txBody>
      </p:sp>
      <p:pic>
        <p:nvPicPr>
          <p:cNvPr id="11" name="図 10">
            <a:extLst>
              <a:ext uri="{FF2B5EF4-FFF2-40B4-BE49-F238E27FC236}">
                <a16:creationId xmlns:a16="http://schemas.microsoft.com/office/drawing/2014/main" id="{E6C01D33-AE24-CADD-2BE6-D8B8854193CE}"/>
              </a:ext>
            </a:extLst>
          </p:cNvPr>
          <p:cNvPicPr>
            <a:picLocks noChangeAspect="1"/>
          </p:cNvPicPr>
          <p:nvPr/>
        </p:nvPicPr>
        <p:blipFill>
          <a:blip r:embed="rId2"/>
          <a:stretch>
            <a:fillRect/>
          </a:stretch>
        </p:blipFill>
        <p:spPr>
          <a:xfrm>
            <a:off x="6110875" y="3287619"/>
            <a:ext cx="3524742" cy="1305107"/>
          </a:xfrm>
          <a:prstGeom prst="rect">
            <a:avLst/>
          </a:prstGeom>
        </p:spPr>
      </p:pic>
      <p:sp>
        <p:nvSpPr>
          <p:cNvPr id="8" name="テキスト ボックス 7">
            <a:extLst>
              <a:ext uri="{FF2B5EF4-FFF2-40B4-BE49-F238E27FC236}">
                <a16:creationId xmlns:a16="http://schemas.microsoft.com/office/drawing/2014/main" id="{2316686A-FDD9-AD62-C33C-4C79414C88DB}"/>
              </a:ext>
            </a:extLst>
          </p:cNvPr>
          <p:cNvSpPr txBox="1"/>
          <p:nvPr/>
        </p:nvSpPr>
        <p:spPr>
          <a:xfrm>
            <a:off x="983432" y="861426"/>
            <a:ext cx="4680520" cy="276999"/>
          </a:xfrm>
          <a:prstGeom prst="rect">
            <a:avLst/>
          </a:prstGeom>
          <a:noFill/>
        </p:spPr>
        <p:txBody>
          <a:bodyPr wrap="square" rtlCol="0">
            <a:spAutoFit/>
          </a:bodyPr>
          <a:lstStyle/>
          <a:p>
            <a:pPr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前ページの続き</a:t>
            </a:r>
            <a:endParaRPr kumimoji="1" lang="en-US" altLang="ja-JP" sz="1200" b="1" dirty="0">
              <a:latin typeface="メイリオ" panose="020B0604030504040204" pitchFamily="50" charset="-128"/>
              <a:ea typeface="メイリオ" panose="020B0604030504040204" pitchFamily="50" charset="-128"/>
            </a:endParaRPr>
          </a:p>
        </p:txBody>
      </p:sp>
      <p:pic>
        <p:nvPicPr>
          <p:cNvPr id="15" name="図 14">
            <a:extLst>
              <a:ext uri="{FF2B5EF4-FFF2-40B4-BE49-F238E27FC236}">
                <a16:creationId xmlns:a16="http://schemas.microsoft.com/office/drawing/2014/main" id="{1C160DC9-3508-6BBF-5A2D-0E2576E4EFD8}"/>
              </a:ext>
            </a:extLst>
          </p:cNvPr>
          <p:cNvPicPr>
            <a:picLocks noChangeAspect="1"/>
          </p:cNvPicPr>
          <p:nvPr/>
        </p:nvPicPr>
        <p:blipFill>
          <a:blip r:embed="rId3"/>
          <a:stretch>
            <a:fillRect/>
          </a:stretch>
        </p:blipFill>
        <p:spPr>
          <a:xfrm>
            <a:off x="8448370" y="3896202"/>
            <a:ext cx="2311441" cy="1246168"/>
          </a:xfrm>
          <a:prstGeom prst="rect">
            <a:avLst/>
          </a:prstGeom>
        </p:spPr>
      </p:pic>
      <p:pic>
        <p:nvPicPr>
          <p:cNvPr id="13" name="図 12">
            <a:extLst>
              <a:ext uri="{FF2B5EF4-FFF2-40B4-BE49-F238E27FC236}">
                <a16:creationId xmlns:a16="http://schemas.microsoft.com/office/drawing/2014/main" id="{C47C5004-8BB3-3770-8FD5-54CF11098A81}"/>
              </a:ext>
            </a:extLst>
          </p:cNvPr>
          <p:cNvPicPr>
            <a:picLocks noChangeAspect="1"/>
          </p:cNvPicPr>
          <p:nvPr/>
        </p:nvPicPr>
        <p:blipFill>
          <a:blip r:embed="rId4"/>
          <a:stretch>
            <a:fillRect/>
          </a:stretch>
        </p:blipFill>
        <p:spPr>
          <a:xfrm>
            <a:off x="5786971" y="4307008"/>
            <a:ext cx="2642595" cy="1663336"/>
          </a:xfrm>
          <a:prstGeom prst="rect">
            <a:avLst/>
          </a:prstGeom>
          <a:ln>
            <a:solidFill>
              <a:schemeClr val="tx1"/>
            </a:solidFill>
          </a:ln>
        </p:spPr>
      </p:pic>
      <p:sp>
        <p:nvSpPr>
          <p:cNvPr id="37" name="正方形/長方形 36">
            <a:extLst>
              <a:ext uri="{FF2B5EF4-FFF2-40B4-BE49-F238E27FC236}">
                <a16:creationId xmlns:a16="http://schemas.microsoft.com/office/drawing/2014/main" id="{8FD43429-A2EF-2A90-7BCC-D3D1BA49BF61}"/>
              </a:ext>
            </a:extLst>
          </p:cNvPr>
          <p:cNvSpPr/>
          <p:nvPr/>
        </p:nvSpPr>
        <p:spPr>
          <a:xfrm>
            <a:off x="8485977" y="4338150"/>
            <a:ext cx="2292149" cy="218429"/>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曲線コネクタ 20">
            <a:extLst>
              <a:ext uri="{FF2B5EF4-FFF2-40B4-BE49-F238E27FC236}">
                <a16:creationId xmlns:a16="http://schemas.microsoft.com/office/drawing/2014/main" id="{9CD591DC-A567-2B37-436C-72302DAB2DDE}"/>
              </a:ext>
            </a:extLst>
          </p:cNvPr>
          <p:cNvCxnSpPr>
            <a:cxnSpLocks/>
            <a:stCxn id="37" idx="2"/>
            <a:endCxn id="38" idx="0"/>
          </p:cNvCxnSpPr>
          <p:nvPr/>
        </p:nvCxnSpPr>
        <p:spPr>
          <a:xfrm rot="5400000">
            <a:off x="7772811" y="3892036"/>
            <a:ext cx="1194699" cy="2523784"/>
          </a:xfrm>
          <a:prstGeom prst="curvedConnector3">
            <a:avLst>
              <a:gd name="adj1" fmla="val 50000"/>
            </a:avLst>
          </a:prstGeom>
          <a:ln w="38100">
            <a:solidFill>
              <a:srgbClr val="FF0000"/>
            </a:solidFill>
            <a:prstDash val="sysDot"/>
            <a:tailEnd type="triangle"/>
          </a:ln>
          <a:effectLst>
            <a:glow rad="63500">
              <a:schemeClr val="bg1">
                <a:alpha val="40000"/>
              </a:schemeClr>
            </a:glow>
          </a:effectLst>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38255924-1365-CA4B-B219-69E807034AE4}"/>
              </a:ext>
            </a:extLst>
          </p:cNvPr>
          <p:cNvSpPr/>
          <p:nvPr/>
        </p:nvSpPr>
        <p:spPr>
          <a:xfrm>
            <a:off x="6787788" y="5751278"/>
            <a:ext cx="640960" cy="219066"/>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吹き出し 15">
            <a:extLst>
              <a:ext uri="{FF2B5EF4-FFF2-40B4-BE49-F238E27FC236}">
                <a16:creationId xmlns:a16="http://schemas.microsoft.com/office/drawing/2014/main" id="{60BE7400-96AD-D408-977B-6C5D9AF7DFEC}"/>
              </a:ext>
            </a:extLst>
          </p:cNvPr>
          <p:cNvSpPr/>
          <p:nvPr/>
        </p:nvSpPr>
        <p:spPr>
          <a:xfrm>
            <a:off x="1252802" y="3140968"/>
            <a:ext cx="3270248" cy="1066426"/>
          </a:xfrm>
          <a:prstGeom prst="wedgeRoundRectCallout">
            <a:avLst>
              <a:gd name="adj1" fmla="val 15931"/>
              <a:gd name="adj2" fmla="val -68897"/>
              <a:gd name="adj3" fmla="val 16667"/>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b="1" dirty="0">
                <a:solidFill>
                  <a:schemeClr val="bg1"/>
                </a:solidFill>
                <a:latin typeface="メイリオ" panose="020B0604030504040204" pitchFamily="50" charset="-128"/>
                <a:ea typeface="メイリオ" panose="020B0604030504040204" pitchFamily="50" charset="-128"/>
              </a:rPr>
              <a:t>上記のようにグループ</a:t>
            </a:r>
            <a:r>
              <a:rPr lang="en-US" altLang="ja-JP" sz="1200" b="1" dirty="0">
                <a:solidFill>
                  <a:schemeClr val="bg1"/>
                </a:solidFill>
                <a:latin typeface="メイリオ" panose="020B0604030504040204" pitchFamily="50" charset="-128"/>
                <a:ea typeface="メイリオ" panose="020B0604030504040204" pitchFamily="50" charset="-128"/>
              </a:rPr>
              <a:t>ID</a:t>
            </a:r>
            <a:r>
              <a:rPr lang="ja-JP" altLang="en-US" sz="1200" b="1" dirty="0">
                <a:solidFill>
                  <a:schemeClr val="bg1"/>
                </a:solidFill>
                <a:latin typeface="メイリオ" panose="020B0604030504040204" pitchFamily="50" charset="-128"/>
                <a:ea typeface="メイリオ" panose="020B0604030504040204" pitchFamily="50" charset="-128"/>
              </a:rPr>
              <a:t>を設定すると</a:t>
            </a:r>
            <a:endParaRPr lang="en-US" altLang="ja-JP" sz="1200" b="1" dirty="0">
              <a:solidFill>
                <a:schemeClr val="bg1"/>
              </a:solidFill>
              <a:latin typeface="メイリオ" panose="020B0604030504040204" pitchFamily="50" charset="-128"/>
              <a:ea typeface="メイリオ" panose="020B0604030504040204" pitchFamily="50" charset="-128"/>
            </a:endParaRPr>
          </a:p>
          <a:p>
            <a:r>
              <a:rPr lang="ja-JP" altLang="en-US" sz="1200" b="1" dirty="0">
                <a:solidFill>
                  <a:schemeClr val="bg1"/>
                </a:solidFill>
                <a:latin typeface="メイリオ" panose="020B0604030504040204" pitchFamily="50" charset="-128"/>
                <a:ea typeface="メイリオ" panose="020B0604030504040204" pitchFamily="50" charset="-128"/>
              </a:rPr>
              <a:t>それぞの項目で片方のみチェックを入れることができるようになります。</a:t>
            </a:r>
          </a:p>
        </p:txBody>
      </p:sp>
      <p:pic>
        <p:nvPicPr>
          <p:cNvPr id="22" name="図 21">
            <a:extLst>
              <a:ext uri="{FF2B5EF4-FFF2-40B4-BE49-F238E27FC236}">
                <a16:creationId xmlns:a16="http://schemas.microsoft.com/office/drawing/2014/main" id="{CE503AF2-2F33-8A36-5515-362D3286787C}"/>
              </a:ext>
            </a:extLst>
          </p:cNvPr>
          <p:cNvPicPr>
            <a:picLocks noChangeAspect="1"/>
          </p:cNvPicPr>
          <p:nvPr/>
        </p:nvPicPr>
        <p:blipFill>
          <a:blip r:embed="rId2"/>
          <a:stretch>
            <a:fillRect/>
          </a:stretch>
        </p:blipFill>
        <p:spPr>
          <a:xfrm>
            <a:off x="1108815" y="1390035"/>
            <a:ext cx="3524742" cy="1305107"/>
          </a:xfrm>
          <a:prstGeom prst="rect">
            <a:avLst/>
          </a:prstGeom>
        </p:spPr>
      </p:pic>
      <p:sp>
        <p:nvSpPr>
          <p:cNvPr id="3" name="正方形/長方形 2">
            <a:extLst>
              <a:ext uri="{FF2B5EF4-FFF2-40B4-BE49-F238E27FC236}">
                <a16:creationId xmlns:a16="http://schemas.microsoft.com/office/drawing/2014/main" id="{D40B26A0-2446-B914-7F24-8A5BEEC66161}"/>
              </a:ext>
            </a:extLst>
          </p:cNvPr>
          <p:cNvSpPr/>
          <p:nvPr/>
        </p:nvSpPr>
        <p:spPr>
          <a:xfrm>
            <a:off x="4594630" y="1718821"/>
            <a:ext cx="1153415" cy="261610"/>
          </a:xfrm>
          <a:prstGeom prst="rect">
            <a:avLst/>
          </a:prstGeom>
        </p:spPr>
        <p:txBody>
          <a:bodyPr wrap="square">
            <a:spAutoFit/>
          </a:bodyPr>
          <a:lstStyle/>
          <a:p>
            <a:pPr marL="0" lvl="2"/>
            <a:r>
              <a:rPr lang="ja-JP" altLang="en-US"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グループ</a:t>
            </a:r>
            <a:r>
              <a:rPr lang="en-US" altLang="ja-JP"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ID:0</a:t>
            </a:r>
            <a:endParaRPr lang="ja-JP" altLang="en-US"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正方形/長方形 3">
            <a:extLst>
              <a:ext uri="{FF2B5EF4-FFF2-40B4-BE49-F238E27FC236}">
                <a16:creationId xmlns:a16="http://schemas.microsoft.com/office/drawing/2014/main" id="{B8A290EF-EF26-4479-12E1-4BF08045C4CE}"/>
              </a:ext>
            </a:extLst>
          </p:cNvPr>
          <p:cNvSpPr/>
          <p:nvPr/>
        </p:nvSpPr>
        <p:spPr>
          <a:xfrm>
            <a:off x="4594628" y="2042588"/>
            <a:ext cx="1153415" cy="261610"/>
          </a:xfrm>
          <a:prstGeom prst="rect">
            <a:avLst/>
          </a:prstGeom>
        </p:spPr>
        <p:txBody>
          <a:bodyPr wrap="square">
            <a:spAutoFit/>
          </a:bodyPr>
          <a:lstStyle/>
          <a:p>
            <a:pPr marL="0" lvl="2"/>
            <a:r>
              <a:rPr lang="ja-JP" altLang="en-US"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グループ</a:t>
            </a:r>
            <a:r>
              <a:rPr lang="en-US" altLang="ja-JP"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ID:1</a:t>
            </a:r>
            <a:endParaRPr lang="ja-JP" altLang="en-US"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正方形/長方形 4">
            <a:extLst>
              <a:ext uri="{FF2B5EF4-FFF2-40B4-BE49-F238E27FC236}">
                <a16:creationId xmlns:a16="http://schemas.microsoft.com/office/drawing/2014/main" id="{7B1C7343-A4FD-BD7F-953C-E2F951D82F80}"/>
              </a:ext>
            </a:extLst>
          </p:cNvPr>
          <p:cNvSpPr/>
          <p:nvPr/>
        </p:nvSpPr>
        <p:spPr>
          <a:xfrm>
            <a:off x="4594628" y="2371374"/>
            <a:ext cx="1153415" cy="261610"/>
          </a:xfrm>
          <a:prstGeom prst="rect">
            <a:avLst/>
          </a:prstGeom>
        </p:spPr>
        <p:txBody>
          <a:bodyPr wrap="square">
            <a:spAutoFit/>
          </a:bodyPr>
          <a:lstStyle/>
          <a:p>
            <a:pPr marL="0" lvl="2"/>
            <a:r>
              <a:rPr lang="ja-JP" altLang="en-US"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グループ</a:t>
            </a:r>
            <a:r>
              <a:rPr lang="en-US" altLang="ja-JP"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ID:2</a:t>
            </a:r>
            <a:endParaRPr lang="ja-JP" altLang="en-US"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4FB0FC5B-AE15-88F8-CBEA-7C94E91D918F}"/>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en-US" altLang="ja-JP" sz="2400" b="1" dirty="0">
                <a:solidFill>
                  <a:schemeClr val="bg1"/>
                </a:solidFill>
                <a:latin typeface="メイリオ" panose="020B0604030504040204" pitchFamily="50" charset="-128"/>
                <a:ea typeface="メイリオ" panose="020B0604030504040204" pitchFamily="50" charset="-128"/>
                <a:cs typeface="Meiryo UI" pitchFamily="50" charset="-128"/>
              </a:rPr>
              <a:t>Designer</a:t>
            </a:r>
            <a:r>
              <a:rPr lang="ja-JP" altLang="en-US" sz="2400" b="1" dirty="0">
                <a:solidFill>
                  <a:schemeClr val="bg1"/>
                </a:solidFill>
                <a:latin typeface="メイリオ" panose="020B0604030504040204" pitchFamily="50" charset="-128"/>
                <a:ea typeface="メイリオ" panose="020B0604030504040204" pitchFamily="50" charset="-128"/>
                <a:cs typeface="Meiryo UI" pitchFamily="50" charset="-128"/>
              </a:rPr>
              <a:t>での設定内容</a:t>
            </a:r>
          </a:p>
        </p:txBody>
      </p:sp>
    </p:spTree>
    <p:extLst>
      <p:ext uri="{BB962C8B-B14F-4D97-AF65-F5344CB8AC3E}">
        <p14:creationId xmlns:p14="http://schemas.microsoft.com/office/powerpoint/2010/main" val="4221212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角丸四角形 38">
            <a:extLst>
              <a:ext uri="{FF2B5EF4-FFF2-40B4-BE49-F238E27FC236}">
                <a16:creationId xmlns:a16="http://schemas.microsoft.com/office/drawing/2014/main" id="{51E9C78C-7409-8EF4-9936-CA41AC6CDCD0}"/>
              </a:ext>
            </a:extLst>
          </p:cNvPr>
          <p:cNvSpPr/>
          <p:nvPr/>
        </p:nvSpPr>
        <p:spPr>
          <a:xfrm>
            <a:off x="5661054" y="2020045"/>
            <a:ext cx="5464017" cy="4289451"/>
          </a:xfrm>
          <a:prstGeom prst="roundRect">
            <a:avLst>
              <a:gd name="adj" fmla="val 4487"/>
            </a:avLst>
          </a:prstGeom>
          <a:solidFill>
            <a:srgbClr val="CCFFCC"/>
          </a:solidFill>
          <a:ln w="9525">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noAutofit/>
          </a:bodyPr>
          <a:lstStyle/>
          <a:p>
            <a:pPr defTabSz="4933950">
              <a:tabLst>
                <a:tab pos="180975" algn="l"/>
              </a:tabLst>
            </a:pP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補足</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■正常最小値</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正常最大値</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指定した範囲外が入力された場合</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クラスターにおける入力値・背景色等を変更する機能</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設定可能なクラスター種別</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・数値</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・数値選択</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・時刻</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・時間数</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・計算式</a:t>
            </a: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dirty="0">
              <a:solidFill>
                <a:schemeClr val="tx1"/>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F7B9344A-900A-2A93-8222-DF92F5A414B4}"/>
              </a:ext>
            </a:extLst>
          </p:cNvPr>
          <p:cNvSpPr txBox="1"/>
          <p:nvPr/>
        </p:nvSpPr>
        <p:spPr>
          <a:xfrm>
            <a:off x="983432" y="861426"/>
            <a:ext cx="4680520" cy="276999"/>
          </a:xfrm>
          <a:prstGeom prst="rect">
            <a:avLst/>
          </a:prstGeom>
          <a:noFill/>
        </p:spPr>
        <p:txBody>
          <a:bodyPr wrap="square" rtlCol="0">
            <a:spAutoFit/>
          </a:bodyPr>
          <a:lstStyle/>
          <a:p>
            <a:pPr defTabSz="3763963">
              <a:tabLst>
                <a:tab pos="180975" algn="l"/>
                <a:tab pos="361950" algn="l"/>
              </a:tabLst>
            </a:pPr>
            <a:r>
              <a:rPr kumimoji="1" lang="ja-JP" altLang="en-US" sz="1200" b="1" dirty="0">
                <a:latin typeface="メイリオ" panose="020B0604030504040204" pitchFamily="50" charset="-128"/>
                <a:ea typeface="メイリオ" panose="020B0604030504040204" pitchFamily="50" charset="-128"/>
              </a:rPr>
              <a:t>⑥クラスター名称：数値入力</a:t>
            </a:r>
            <a:endParaRPr kumimoji="1" lang="en-US" altLang="ja-JP" sz="1200" b="1"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F48AE83B-50A1-8235-EF95-FC0D03B2C496}"/>
              </a:ext>
            </a:extLst>
          </p:cNvPr>
          <p:cNvSpPr txBox="1"/>
          <p:nvPr/>
        </p:nvSpPr>
        <p:spPr>
          <a:xfrm>
            <a:off x="5663952" y="1163164"/>
            <a:ext cx="5142381" cy="646331"/>
          </a:xfrm>
          <a:prstGeom prst="rect">
            <a:avLst/>
          </a:prstGeom>
          <a:noFill/>
          <a:ln w="28575">
            <a:solidFill>
              <a:schemeClr val="tx1"/>
            </a:solidFill>
          </a:ln>
        </p:spPr>
        <p:txBody>
          <a:bodyPr wrap="square" rtlCol="0">
            <a:spAutoFit/>
          </a:bodyPr>
          <a:lstStyle/>
          <a:p>
            <a:pPr marL="180975" indent="-180975"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講習時の操作</a:t>
            </a:r>
            <a:endParaRPr kumimoji="1" lang="en-US" altLang="ja-JP" sz="1200" b="1"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lang="ja-JP" altLang="en-US" sz="1200" dirty="0">
                <a:latin typeface="メイリオ" panose="020B0604030504040204" pitchFamily="50" charset="-128"/>
                <a:ea typeface="メイリオ" panose="020B0604030504040204" pitchFamily="50" charset="-128"/>
              </a:rPr>
              <a:t>必須クラスターに設定します。　</a:t>
            </a:r>
            <a:endParaRPr lang="en-US" altLang="ja-JP" sz="1200"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kumimoji="1" lang="ja-JP" altLang="en-US" sz="1200" dirty="0">
                <a:latin typeface="メイリオ" panose="020B0604030504040204" pitchFamily="50" charset="-128"/>
                <a:ea typeface="メイリオ" panose="020B0604030504040204" pitchFamily="50" charset="-128"/>
              </a:rPr>
              <a:t>最小値 </a:t>
            </a:r>
            <a:r>
              <a:rPr kumimoji="1" lang="en-US" altLang="ja-JP" sz="1200" dirty="0">
                <a:latin typeface="メイリオ" panose="020B0604030504040204" pitchFamily="50" charset="-128"/>
                <a:ea typeface="メイリオ" panose="020B0604030504040204" pitchFamily="50" charset="-128"/>
              </a:rPr>
              <a:t>/ </a:t>
            </a:r>
            <a:r>
              <a:rPr kumimoji="1" lang="ja-JP" altLang="en-US" sz="1200" dirty="0">
                <a:latin typeface="メイリオ" panose="020B0604030504040204" pitchFamily="50" charset="-128"/>
                <a:ea typeface="メイリオ" panose="020B0604030504040204" pitchFamily="50" charset="-128"/>
              </a:rPr>
              <a:t>最大値を設定します。</a:t>
            </a:r>
            <a:endParaRPr kumimoji="1" lang="en-US" altLang="ja-JP" sz="1200" dirty="0">
              <a:latin typeface="メイリオ" panose="020B0604030504040204" pitchFamily="50" charset="-128"/>
              <a:ea typeface="メイリオ" panose="020B0604030504040204" pitchFamily="50" charset="-128"/>
            </a:endParaRPr>
          </a:p>
        </p:txBody>
      </p:sp>
      <p:pic>
        <p:nvPicPr>
          <p:cNvPr id="23" name="図 22">
            <a:extLst>
              <a:ext uri="{FF2B5EF4-FFF2-40B4-BE49-F238E27FC236}">
                <a16:creationId xmlns:a16="http://schemas.microsoft.com/office/drawing/2014/main" id="{5386B757-9B5B-6C50-95D8-8A8FE2C336E0}"/>
              </a:ext>
            </a:extLst>
          </p:cNvPr>
          <p:cNvPicPr>
            <a:picLocks noChangeAspect="1"/>
          </p:cNvPicPr>
          <p:nvPr/>
        </p:nvPicPr>
        <p:blipFill>
          <a:blip r:embed="rId3"/>
          <a:stretch>
            <a:fillRect/>
          </a:stretch>
        </p:blipFill>
        <p:spPr>
          <a:xfrm>
            <a:off x="6888088" y="3741848"/>
            <a:ext cx="3623242" cy="2220819"/>
          </a:xfrm>
          <a:prstGeom prst="rect">
            <a:avLst/>
          </a:prstGeom>
          <a:ln>
            <a:solidFill>
              <a:schemeClr val="tx1"/>
            </a:solidFill>
          </a:ln>
        </p:spPr>
      </p:pic>
      <p:pic>
        <p:nvPicPr>
          <p:cNvPr id="14" name="図 13">
            <a:extLst>
              <a:ext uri="{FF2B5EF4-FFF2-40B4-BE49-F238E27FC236}">
                <a16:creationId xmlns:a16="http://schemas.microsoft.com/office/drawing/2014/main" id="{1CAA0EB7-5F7A-7103-3E6E-C5B06D6E3C52}"/>
              </a:ext>
            </a:extLst>
          </p:cNvPr>
          <p:cNvPicPr>
            <a:picLocks noChangeAspect="1"/>
          </p:cNvPicPr>
          <p:nvPr/>
        </p:nvPicPr>
        <p:blipFill>
          <a:blip r:embed="rId4"/>
          <a:srcRect b="31541"/>
          <a:stretch/>
        </p:blipFill>
        <p:spPr>
          <a:xfrm>
            <a:off x="1066929" y="1135548"/>
            <a:ext cx="4348765" cy="3223535"/>
          </a:xfrm>
          <a:prstGeom prst="rect">
            <a:avLst/>
          </a:prstGeom>
          <a:ln>
            <a:solidFill>
              <a:schemeClr val="tx1"/>
            </a:solidFill>
          </a:ln>
        </p:spPr>
      </p:pic>
      <p:pic>
        <p:nvPicPr>
          <p:cNvPr id="51" name="図 50">
            <a:extLst>
              <a:ext uri="{FF2B5EF4-FFF2-40B4-BE49-F238E27FC236}">
                <a16:creationId xmlns:a16="http://schemas.microsoft.com/office/drawing/2014/main" id="{60052FC1-814D-29F7-4927-4B9D17F3AABC}"/>
              </a:ext>
            </a:extLst>
          </p:cNvPr>
          <p:cNvPicPr>
            <a:picLocks noChangeAspect="1"/>
          </p:cNvPicPr>
          <p:nvPr/>
        </p:nvPicPr>
        <p:blipFill>
          <a:blip r:embed="rId5"/>
          <a:stretch>
            <a:fillRect/>
          </a:stretch>
        </p:blipFill>
        <p:spPr>
          <a:xfrm>
            <a:off x="1084434" y="4422330"/>
            <a:ext cx="4291485" cy="1776254"/>
          </a:xfrm>
          <a:prstGeom prst="rect">
            <a:avLst/>
          </a:prstGeom>
          <a:ln>
            <a:solidFill>
              <a:schemeClr val="tx1"/>
            </a:solidFill>
          </a:ln>
        </p:spPr>
      </p:pic>
      <p:sp>
        <p:nvSpPr>
          <p:cNvPr id="3" name="正方形/長方形 2">
            <a:extLst>
              <a:ext uri="{FF2B5EF4-FFF2-40B4-BE49-F238E27FC236}">
                <a16:creationId xmlns:a16="http://schemas.microsoft.com/office/drawing/2014/main" id="{6A6FCAAE-7FBC-CCDB-B1D5-46C38E4E0C1F}"/>
              </a:ext>
            </a:extLst>
          </p:cNvPr>
          <p:cNvSpPr/>
          <p:nvPr/>
        </p:nvSpPr>
        <p:spPr>
          <a:xfrm>
            <a:off x="1471722" y="2861733"/>
            <a:ext cx="3466134" cy="857600"/>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6" name="グループ化 55">
            <a:extLst>
              <a:ext uri="{FF2B5EF4-FFF2-40B4-BE49-F238E27FC236}">
                <a16:creationId xmlns:a16="http://schemas.microsoft.com/office/drawing/2014/main" id="{BF2E8908-2CD7-A0ED-92D9-4E9418CE560C}"/>
              </a:ext>
            </a:extLst>
          </p:cNvPr>
          <p:cNvGrpSpPr/>
          <p:nvPr/>
        </p:nvGrpSpPr>
        <p:grpSpPr>
          <a:xfrm>
            <a:off x="948072" y="4324397"/>
            <a:ext cx="4541757" cy="152033"/>
            <a:chOff x="506641" y="4413604"/>
            <a:chExt cx="4541757" cy="152033"/>
          </a:xfrm>
        </p:grpSpPr>
        <p:grpSp>
          <p:nvGrpSpPr>
            <p:cNvPr id="42" name="グループ化 41">
              <a:extLst>
                <a:ext uri="{FF2B5EF4-FFF2-40B4-BE49-F238E27FC236}">
                  <a16:creationId xmlns:a16="http://schemas.microsoft.com/office/drawing/2014/main" id="{5733C867-7CE7-61C9-62C9-C30315688145}"/>
                </a:ext>
              </a:extLst>
            </p:cNvPr>
            <p:cNvGrpSpPr/>
            <p:nvPr/>
          </p:nvGrpSpPr>
          <p:grpSpPr>
            <a:xfrm>
              <a:off x="506641" y="4413604"/>
              <a:ext cx="4541757" cy="152033"/>
              <a:chOff x="561441" y="4725144"/>
              <a:chExt cx="4541757" cy="152033"/>
            </a:xfrm>
          </p:grpSpPr>
          <p:sp>
            <p:nvSpPr>
              <p:cNvPr id="6" name="小波 5">
                <a:extLst>
                  <a:ext uri="{FF2B5EF4-FFF2-40B4-BE49-F238E27FC236}">
                    <a16:creationId xmlns:a16="http://schemas.microsoft.com/office/drawing/2014/main" id="{7D7EA608-F58D-5536-712C-10B27A516096}"/>
                  </a:ext>
                </a:extLst>
              </p:cNvPr>
              <p:cNvSpPr/>
              <p:nvPr/>
            </p:nvSpPr>
            <p:spPr>
              <a:xfrm>
                <a:off x="561441"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小波 6">
                <a:extLst>
                  <a:ext uri="{FF2B5EF4-FFF2-40B4-BE49-F238E27FC236}">
                    <a16:creationId xmlns:a16="http://schemas.microsoft.com/office/drawing/2014/main" id="{60C8B61B-98E9-4203-D1AE-39311C071BA7}"/>
                  </a:ext>
                </a:extLst>
              </p:cNvPr>
              <p:cNvSpPr/>
              <p:nvPr/>
            </p:nvSpPr>
            <p:spPr>
              <a:xfrm>
                <a:off x="851035"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小波 8">
                <a:extLst>
                  <a:ext uri="{FF2B5EF4-FFF2-40B4-BE49-F238E27FC236}">
                    <a16:creationId xmlns:a16="http://schemas.microsoft.com/office/drawing/2014/main" id="{CB4A7514-4750-546A-7661-963DB52BAD91}"/>
                  </a:ext>
                </a:extLst>
              </p:cNvPr>
              <p:cNvSpPr/>
              <p:nvPr/>
            </p:nvSpPr>
            <p:spPr>
              <a:xfrm>
                <a:off x="1142792"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小波 9">
                <a:extLst>
                  <a:ext uri="{FF2B5EF4-FFF2-40B4-BE49-F238E27FC236}">
                    <a16:creationId xmlns:a16="http://schemas.microsoft.com/office/drawing/2014/main" id="{5E94081D-8675-4A0C-4FC0-9FE7B0BB11A6}"/>
                  </a:ext>
                </a:extLst>
              </p:cNvPr>
              <p:cNvSpPr/>
              <p:nvPr/>
            </p:nvSpPr>
            <p:spPr>
              <a:xfrm>
                <a:off x="1387966"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小波 10">
                <a:extLst>
                  <a:ext uri="{FF2B5EF4-FFF2-40B4-BE49-F238E27FC236}">
                    <a16:creationId xmlns:a16="http://schemas.microsoft.com/office/drawing/2014/main" id="{6A702277-1BF0-40E2-9AAE-EC87C398EB92}"/>
                  </a:ext>
                </a:extLst>
              </p:cNvPr>
              <p:cNvSpPr/>
              <p:nvPr/>
            </p:nvSpPr>
            <p:spPr>
              <a:xfrm>
                <a:off x="1677560"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小波 11">
                <a:extLst>
                  <a:ext uri="{FF2B5EF4-FFF2-40B4-BE49-F238E27FC236}">
                    <a16:creationId xmlns:a16="http://schemas.microsoft.com/office/drawing/2014/main" id="{A1BC50D6-1994-3874-E744-B27618CF1937}"/>
                  </a:ext>
                </a:extLst>
              </p:cNvPr>
              <p:cNvSpPr/>
              <p:nvPr/>
            </p:nvSpPr>
            <p:spPr>
              <a:xfrm>
                <a:off x="1969317"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小波 14">
                <a:extLst>
                  <a:ext uri="{FF2B5EF4-FFF2-40B4-BE49-F238E27FC236}">
                    <a16:creationId xmlns:a16="http://schemas.microsoft.com/office/drawing/2014/main" id="{4D587D69-3FA1-EE08-BC3F-CB835A6897F7}"/>
                  </a:ext>
                </a:extLst>
              </p:cNvPr>
              <p:cNvSpPr/>
              <p:nvPr/>
            </p:nvSpPr>
            <p:spPr>
              <a:xfrm>
                <a:off x="2242790"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小波 15">
                <a:extLst>
                  <a:ext uri="{FF2B5EF4-FFF2-40B4-BE49-F238E27FC236}">
                    <a16:creationId xmlns:a16="http://schemas.microsoft.com/office/drawing/2014/main" id="{BDB191D1-3C50-EBB3-E54E-F07AC3D154B7}"/>
                  </a:ext>
                </a:extLst>
              </p:cNvPr>
              <p:cNvSpPr/>
              <p:nvPr/>
            </p:nvSpPr>
            <p:spPr>
              <a:xfrm>
                <a:off x="2532384"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小波 16">
                <a:extLst>
                  <a:ext uri="{FF2B5EF4-FFF2-40B4-BE49-F238E27FC236}">
                    <a16:creationId xmlns:a16="http://schemas.microsoft.com/office/drawing/2014/main" id="{68F5E6F8-675D-F567-3ED6-55A0173E194D}"/>
                  </a:ext>
                </a:extLst>
              </p:cNvPr>
              <p:cNvSpPr/>
              <p:nvPr/>
            </p:nvSpPr>
            <p:spPr>
              <a:xfrm>
                <a:off x="2795986"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小波 17">
                <a:extLst>
                  <a:ext uri="{FF2B5EF4-FFF2-40B4-BE49-F238E27FC236}">
                    <a16:creationId xmlns:a16="http://schemas.microsoft.com/office/drawing/2014/main" id="{E720B377-02E0-888F-4679-9992B149C853}"/>
                  </a:ext>
                </a:extLst>
              </p:cNvPr>
              <p:cNvSpPr/>
              <p:nvPr/>
            </p:nvSpPr>
            <p:spPr>
              <a:xfrm>
                <a:off x="3055794"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小波 21">
                <a:extLst>
                  <a:ext uri="{FF2B5EF4-FFF2-40B4-BE49-F238E27FC236}">
                    <a16:creationId xmlns:a16="http://schemas.microsoft.com/office/drawing/2014/main" id="{566B83EF-260E-DCC5-EBCC-988C1F81A46A}"/>
                  </a:ext>
                </a:extLst>
              </p:cNvPr>
              <p:cNvSpPr/>
              <p:nvPr/>
            </p:nvSpPr>
            <p:spPr>
              <a:xfrm>
                <a:off x="3331874" y="4733161"/>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 name="小波 23">
                <a:extLst>
                  <a:ext uri="{FF2B5EF4-FFF2-40B4-BE49-F238E27FC236}">
                    <a16:creationId xmlns:a16="http://schemas.microsoft.com/office/drawing/2014/main" id="{3E17A689-54CD-49BD-80C8-B7F286ABBD33}"/>
                  </a:ext>
                </a:extLst>
              </p:cNvPr>
              <p:cNvSpPr/>
              <p:nvPr/>
            </p:nvSpPr>
            <p:spPr>
              <a:xfrm>
                <a:off x="3680239"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小波 35">
                <a:extLst>
                  <a:ext uri="{FF2B5EF4-FFF2-40B4-BE49-F238E27FC236}">
                    <a16:creationId xmlns:a16="http://schemas.microsoft.com/office/drawing/2014/main" id="{AE8DF955-F2FC-4FB9-E273-8647CB163771}"/>
                  </a:ext>
                </a:extLst>
              </p:cNvPr>
              <p:cNvSpPr/>
              <p:nvPr/>
            </p:nvSpPr>
            <p:spPr>
              <a:xfrm>
                <a:off x="3956319"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小波 36">
                <a:extLst>
                  <a:ext uri="{FF2B5EF4-FFF2-40B4-BE49-F238E27FC236}">
                    <a16:creationId xmlns:a16="http://schemas.microsoft.com/office/drawing/2014/main" id="{9FFAFFB9-661F-12A8-5603-447D770FF21A}"/>
                  </a:ext>
                </a:extLst>
              </p:cNvPr>
              <p:cNvSpPr/>
              <p:nvPr/>
            </p:nvSpPr>
            <p:spPr>
              <a:xfrm>
                <a:off x="4245913"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小波 39">
                <a:extLst>
                  <a:ext uri="{FF2B5EF4-FFF2-40B4-BE49-F238E27FC236}">
                    <a16:creationId xmlns:a16="http://schemas.microsoft.com/office/drawing/2014/main" id="{DF132738-49B0-F1DC-CD45-7D7A218376F7}"/>
                  </a:ext>
                </a:extLst>
              </p:cNvPr>
              <p:cNvSpPr/>
              <p:nvPr/>
            </p:nvSpPr>
            <p:spPr>
              <a:xfrm>
                <a:off x="4537670" y="4725144"/>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小波 40">
                <a:extLst>
                  <a:ext uri="{FF2B5EF4-FFF2-40B4-BE49-F238E27FC236}">
                    <a16:creationId xmlns:a16="http://schemas.microsoft.com/office/drawing/2014/main" id="{200F9541-DA5C-FFF4-F66F-92CDB32CEB3F}"/>
                  </a:ext>
                </a:extLst>
              </p:cNvPr>
              <p:cNvSpPr/>
              <p:nvPr/>
            </p:nvSpPr>
            <p:spPr>
              <a:xfrm>
                <a:off x="4814301" y="4733161"/>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5" name="小波 54">
              <a:extLst>
                <a:ext uri="{FF2B5EF4-FFF2-40B4-BE49-F238E27FC236}">
                  <a16:creationId xmlns:a16="http://schemas.microsoft.com/office/drawing/2014/main" id="{23CF388D-7382-0E64-1957-6269C18CAAAF}"/>
                </a:ext>
              </a:extLst>
            </p:cNvPr>
            <p:cNvSpPr/>
            <p:nvPr/>
          </p:nvSpPr>
          <p:spPr>
            <a:xfrm>
              <a:off x="3468558" y="4415208"/>
              <a:ext cx="288897" cy="144016"/>
            </a:xfrm>
            <a:prstGeom prst="doubleWav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cxnSp>
        <p:nvCxnSpPr>
          <p:cNvPr id="59" name="曲線コネクタ 13">
            <a:extLst>
              <a:ext uri="{FF2B5EF4-FFF2-40B4-BE49-F238E27FC236}">
                <a16:creationId xmlns:a16="http://schemas.microsoft.com/office/drawing/2014/main" id="{0710564C-458E-258D-11D6-8F724A1AA9F2}"/>
              </a:ext>
            </a:extLst>
          </p:cNvPr>
          <p:cNvCxnSpPr>
            <a:cxnSpLocks/>
            <a:stCxn id="3" idx="3"/>
            <a:endCxn id="63" idx="1"/>
          </p:cNvCxnSpPr>
          <p:nvPr/>
        </p:nvCxnSpPr>
        <p:spPr>
          <a:xfrm flipV="1">
            <a:off x="4937856" y="1486330"/>
            <a:ext cx="726096" cy="1804203"/>
          </a:xfrm>
          <a:prstGeom prst="curvedConnector3">
            <a:avLst>
              <a:gd name="adj1" fmla="val 50000"/>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 name="曲線コネクタ 13">
            <a:extLst>
              <a:ext uri="{FF2B5EF4-FFF2-40B4-BE49-F238E27FC236}">
                <a16:creationId xmlns:a16="http://schemas.microsoft.com/office/drawing/2014/main" id="{75A13815-7C41-962A-173E-8EC4A9955D95}"/>
              </a:ext>
            </a:extLst>
          </p:cNvPr>
          <p:cNvCxnSpPr>
            <a:cxnSpLocks/>
            <a:stCxn id="41" idx="3"/>
            <a:endCxn id="23" idx="1"/>
          </p:cNvCxnSpPr>
          <p:nvPr/>
        </p:nvCxnSpPr>
        <p:spPr>
          <a:xfrm>
            <a:off x="5489829" y="4404422"/>
            <a:ext cx="1398259" cy="447836"/>
          </a:xfrm>
          <a:prstGeom prst="curvedConnector3">
            <a:avLst>
              <a:gd name="adj1" fmla="val 50000"/>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255C316A-DCD4-C9AB-6BF7-E0104915FA2E}"/>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en-US" altLang="ja-JP" sz="2400" b="1" dirty="0">
                <a:solidFill>
                  <a:schemeClr val="bg1"/>
                </a:solidFill>
                <a:latin typeface="メイリオ" panose="020B0604030504040204" pitchFamily="50" charset="-128"/>
                <a:ea typeface="メイリオ" panose="020B0604030504040204" pitchFamily="50" charset="-128"/>
                <a:cs typeface="Meiryo UI" pitchFamily="50" charset="-128"/>
              </a:rPr>
              <a:t>Designer</a:t>
            </a:r>
            <a:r>
              <a:rPr lang="ja-JP" altLang="en-US" sz="2400" b="1" dirty="0">
                <a:solidFill>
                  <a:schemeClr val="bg1"/>
                </a:solidFill>
                <a:latin typeface="メイリオ" panose="020B0604030504040204" pitchFamily="50" charset="-128"/>
                <a:ea typeface="メイリオ" panose="020B0604030504040204" pitchFamily="50" charset="-128"/>
                <a:cs typeface="Meiryo UI" pitchFamily="50" charset="-128"/>
              </a:rPr>
              <a:t>での設定内容</a:t>
            </a:r>
          </a:p>
        </p:txBody>
      </p:sp>
    </p:spTree>
    <p:extLst>
      <p:ext uri="{BB962C8B-B14F-4D97-AF65-F5344CB8AC3E}">
        <p14:creationId xmlns:p14="http://schemas.microsoft.com/office/powerpoint/2010/main" val="873983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D704F32-C02F-2D9D-B39A-F575157430B3}"/>
              </a:ext>
            </a:extLst>
          </p:cNvPr>
          <p:cNvPicPr>
            <a:picLocks noChangeAspect="1"/>
          </p:cNvPicPr>
          <p:nvPr/>
        </p:nvPicPr>
        <p:blipFill>
          <a:blip r:embed="rId2"/>
          <a:stretch>
            <a:fillRect/>
          </a:stretch>
        </p:blipFill>
        <p:spPr>
          <a:xfrm>
            <a:off x="639327" y="1379163"/>
            <a:ext cx="4262979" cy="4300753"/>
          </a:xfrm>
          <a:prstGeom prst="rect">
            <a:avLst/>
          </a:prstGeom>
          <a:ln>
            <a:solidFill>
              <a:schemeClr val="tx1"/>
            </a:solidFill>
          </a:ln>
        </p:spPr>
      </p:pic>
      <p:sp>
        <p:nvSpPr>
          <p:cNvPr id="13" name="テキスト ボックス 12">
            <a:extLst>
              <a:ext uri="{FF2B5EF4-FFF2-40B4-BE49-F238E27FC236}">
                <a16:creationId xmlns:a16="http://schemas.microsoft.com/office/drawing/2014/main" id="{F7B9344A-900A-2A93-8222-DF92F5A414B4}"/>
              </a:ext>
            </a:extLst>
          </p:cNvPr>
          <p:cNvSpPr txBox="1"/>
          <p:nvPr/>
        </p:nvSpPr>
        <p:spPr>
          <a:xfrm>
            <a:off x="983432" y="861426"/>
            <a:ext cx="4680520" cy="276999"/>
          </a:xfrm>
          <a:prstGeom prst="rect">
            <a:avLst/>
          </a:prstGeom>
          <a:noFill/>
        </p:spPr>
        <p:txBody>
          <a:bodyPr wrap="square" rtlCol="0">
            <a:spAutoFit/>
          </a:bodyPr>
          <a:lstStyle/>
          <a:p>
            <a:pPr defTabSz="3763963">
              <a:tabLst>
                <a:tab pos="180975" algn="l"/>
                <a:tab pos="361950" algn="l"/>
              </a:tabLst>
            </a:pPr>
            <a:r>
              <a:rPr kumimoji="1" lang="ja-JP" altLang="en-US" sz="1200" b="1" dirty="0">
                <a:latin typeface="メイリオ" panose="020B0604030504040204" pitchFamily="50" charset="-128"/>
                <a:ea typeface="メイリオ" panose="020B0604030504040204" pitchFamily="50" charset="-128"/>
              </a:rPr>
              <a:t>⑨クラスター名称：</a:t>
            </a:r>
            <a:r>
              <a:rPr lang="ja-JP" altLang="en-US" sz="1200" b="1" dirty="0">
                <a:latin typeface="メイリオ" panose="020B0604030504040204" pitchFamily="50" charset="-128"/>
                <a:ea typeface="メイリオ" panose="020B0604030504040204" pitchFamily="50" charset="-128"/>
              </a:rPr>
              <a:t>作成者</a:t>
            </a:r>
            <a:endParaRPr kumimoji="1" lang="en-US" altLang="ja-JP" sz="12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4BB1BC81-9865-844C-4469-D908BD561D1A}"/>
              </a:ext>
            </a:extLst>
          </p:cNvPr>
          <p:cNvSpPr txBox="1"/>
          <p:nvPr/>
        </p:nvSpPr>
        <p:spPr>
          <a:xfrm>
            <a:off x="5654376" y="1165934"/>
            <a:ext cx="5122143" cy="461665"/>
          </a:xfrm>
          <a:prstGeom prst="rect">
            <a:avLst/>
          </a:prstGeom>
          <a:noFill/>
          <a:ln w="28575">
            <a:solidFill>
              <a:schemeClr val="tx1"/>
            </a:solidFill>
          </a:ln>
        </p:spPr>
        <p:txBody>
          <a:bodyPr wrap="square" rtlCol="0">
            <a:spAutoFit/>
          </a:bodyPr>
          <a:lstStyle/>
          <a:p>
            <a:pPr marL="180975" indent="-180975" defTabSz="3763963">
              <a:tabLst>
                <a:tab pos="180975" algn="l"/>
                <a:tab pos="361950" algn="l"/>
              </a:tabLst>
            </a:pPr>
            <a:r>
              <a:rPr lang="ja-JP" altLang="en-US" sz="1200" b="1" dirty="0">
                <a:latin typeface="メイリオ" panose="020B0604030504040204" pitchFamily="50" charset="-128"/>
                <a:ea typeface="メイリオ" panose="020B0604030504040204" pitchFamily="50" charset="-128"/>
              </a:rPr>
              <a:t>講習時の操作</a:t>
            </a:r>
            <a:endParaRPr kumimoji="1" lang="en-US" altLang="ja-JP" sz="1200" b="1" dirty="0">
              <a:latin typeface="メイリオ" panose="020B0604030504040204" pitchFamily="50" charset="-128"/>
              <a:ea typeface="メイリオ" panose="020B0604030504040204" pitchFamily="50" charset="-128"/>
            </a:endParaRPr>
          </a:p>
          <a:p>
            <a:pPr marL="180975" indent="-180975" defTabSz="3763963">
              <a:tabLst>
                <a:tab pos="180975" algn="l"/>
                <a:tab pos="361950" algn="l"/>
              </a:tabLst>
            </a:pPr>
            <a:r>
              <a:rPr kumimoji="1" lang="ja-JP" altLang="en-US" sz="1200" dirty="0">
                <a:latin typeface="メイリオ" panose="020B0604030504040204" pitchFamily="50" charset="-128"/>
                <a:ea typeface="メイリオ" panose="020B0604030504040204" pitchFamily="50" charset="-128"/>
              </a:rPr>
              <a:t>・</a:t>
            </a:r>
            <a:r>
              <a:rPr kumimoji="1" lang="en-US" altLang="ja-JP" sz="1200" dirty="0">
                <a:latin typeface="メイリオ" panose="020B0604030504040204" pitchFamily="50" charset="-128"/>
                <a:ea typeface="メイリオ" panose="020B0604030504040204" pitchFamily="50" charset="-128"/>
              </a:rPr>
              <a:t>	</a:t>
            </a:r>
            <a:r>
              <a:rPr kumimoji="1" lang="ja-JP" altLang="en-US" sz="1200" dirty="0">
                <a:latin typeface="メイリオ" panose="020B0604030504040204" pitchFamily="50" charset="-128"/>
                <a:ea typeface="メイリオ" panose="020B0604030504040204" pitchFamily="50" charset="-128"/>
              </a:rPr>
              <a:t>サイン種別：サインにチェックを入れます</a:t>
            </a:r>
            <a:endParaRPr kumimoji="1" lang="en-US" altLang="ja-JP" sz="1200" dirty="0">
              <a:latin typeface="メイリオ" panose="020B0604030504040204" pitchFamily="50" charset="-128"/>
              <a:ea typeface="メイリオ" panose="020B0604030504040204" pitchFamily="50" charset="-128"/>
            </a:endParaRPr>
          </a:p>
        </p:txBody>
      </p:sp>
      <p:sp>
        <p:nvSpPr>
          <p:cNvPr id="3" name="線吹き出し 1 (枠付き) 24">
            <a:extLst>
              <a:ext uri="{FF2B5EF4-FFF2-40B4-BE49-F238E27FC236}">
                <a16:creationId xmlns:a16="http://schemas.microsoft.com/office/drawing/2014/main" id="{3B474BF5-8BC6-14F8-3F6B-67369FB09A18}"/>
              </a:ext>
            </a:extLst>
          </p:cNvPr>
          <p:cNvSpPr/>
          <p:nvPr/>
        </p:nvSpPr>
        <p:spPr>
          <a:xfrm>
            <a:off x="5663952" y="1772816"/>
            <a:ext cx="5112568" cy="4628095"/>
          </a:xfrm>
          <a:prstGeom prst="rect">
            <a:avLst/>
          </a:prstGeom>
          <a:solidFill>
            <a:srgbClr val="CCFFCC"/>
          </a:solidFill>
          <a:ln w="9525">
            <a:solidFill>
              <a:srgbClr val="215968"/>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t">
            <a:noAutofit/>
          </a:bodyPr>
          <a:lstStyle/>
          <a:p>
            <a:pPr defTabSz="4933950">
              <a:tabLst>
                <a:tab pos="180975" algn="l"/>
              </a:tabLst>
            </a:pPr>
            <a:r>
              <a:rPr lang="ja-JP" altLang="en-US" sz="1200" b="1" dirty="0">
                <a:solidFill>
                  <a:schemeClr val="tx1"/>
                </a:solidFill>
                <a:latin typeface="メイリオ" panose="020B0604030504040204" pitchFamily="50" charset="-128"/>
                <a:ea typeface="メイリオ" panose="020B0604030504040204" pitchFamily="50" charset="-128"/>
              </a:rPr>
              <a:t>クラスター操作時の違い</a:t>
            </a: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ja-JP" altLang="en-US" sz="1200" b="1">
                <a:solidFill>
                  <a:schemeClr val="tx1"/>
                </a:solidFill>
                <a:latin typeface="メイリオ" panose="020B0604030504040204" pitchFamily="50" charset="-128"/>
                <a:ea typeface="メイリオ" panose="020B0604030504040204" pitchFamily="50" charset="-128"/>
              </a:rPr>
              <a:t>　</a:t>
            </a:r>
            <a:r>
              <a:rPr lang="ja-JP" altLang="en-US" sz="1200" b="1" dirty="0">
                <a:solidFill>
                  <a:schemeClr val="tx1"/>
                </a:solidFill>
                <a:latin typeface="メイリオ" panose="020B0604030504040204" pitchFamily="50" charset="-128"/>
                <a:ea typeface="メイリオ" panose="020B0604030504040204" pitchFamily="50" charset="-128"/>
              </a:rPr>
              <a:t>印影　　　　　　　　　　　　　　　サイン</a:t>
            </a: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endParaRPr lang="en-US" altLang="ja-JP" sz="1200" b="1">
              <a:solidFill>
                <a:schemeClr val="tx1"/>
              </a:solidFill>
              <a:latin typeface="メイリオ" panose="020B0604030504040204" pitchFamily="50" charset="-128"/>
              <a:ea typeface="メイリオ" panose="020B0604030504040204" pitchFamily="50" charset="-128"/>
            </a:endParaRPr>
          </a:p>
          <a:p>
            <a:pPr defTabSz="4933950">
              <a:tabLst>
                <a:tab pos="180975" algn="l"/>
              </a:tabLst>
            </a:pPr>
            <a:r>
              <a:rPr lang="en-US" altLang="ja-JP" sz="1200" b="1">
                <a:solidFill>
                  <a:schemeClr val="tx1"/>
                </a:solidFill>
                <a:latin typeface="メイリオ" panose="020B0604030504040204" pitchFamily="50" charset="-128"/>
                <a:ea typeface="メイリオ" panose="020B0604030504040204" pitchFamily="50" charset="-128"/>
              </a:rPr>
              <a:t>※</a:t>
            </a:r>
            <a:r>
              <a:rPr lang="ja-JP" altLang="en-US" sz="1200" b="1">
                <a:solidFill>
                  <a:schemeClr val="tx1"/>
                </a:solidFill>
                <a:latin typeface="メイリオ" panose="020B0604030504040204" pitchFamily="50" charset="-128"/>
                <a:ea typeface="メイリオ" panose="020B0604030504040204" pitchFamily="50" charset="-128"/>
              </a:rPr>
              <a:t>ユーザー</a:t>
            </a:r>
            <a:r>
              <a:rPr lang="ja-JP" altLang="en-US" sz="1200" b="1" dirty="0">
                <a:solidFill>
                  <a:schemeClr val="tx1"/>
                </a:solidFill>
                <a:latin typeface="メイリオ" panose="020B0604030504040204" pitchFamily="50" charset="-128"/>
                <a:ea typeface="メイリオ" panose="020B0604030504040204" pitchFamily="50" charset="-128"/>
              </a:rPr>
              <a:t>に登録されている印影</a:t>
            </a:r>
            <a:endParaRPr lang="en-US" altLang="ja-JP" sz="1200" b="1"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E8A70C7B-B348-F5E1-8924-E3F5DC43DFFA}"/>
              </a:ext>
            </a:extLst>
          </p:cNvPr>
          <p:cNvSpPr/>
          <p:nvPr/>
        </p:nvSpPr>
        <p:spPr>
          <a:xfrm>
            <a:off x="2567608" y="3356992"/>
            <a:ext cx="1512168" cy="432048"/>
          </a:xfrm>
          <a:prstGeom prst="rect">
            <a:avLst/>
          </a:prstGeom>
          <a:noFill/>
          <a:ln w="381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5" name="図 14" descr="グラフィカル ユーザー インターフェイス, アプリケーション&#10;&#10;自動的に生成された説明">
            <a:extLst>
              <a:ext uri="{FF2B5EF4-FFF2-40B4-BE49-F238E27FC236}">
                <a16:creationId xmlns:a16="http://schemas.microsoft.com/office/drawing/2014/main" id="{DBB797CA-29EB-5202-CEB3-E02F304CA5D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4134" t="20375" r="15233" b="28009"/>
          <a:stretch/>
        </p:blipFill>
        <p:spPr>
          <a:xfrm>
            <a:off x="5773076" y="2431795"/>
            <a:ext cx="2259459" cy="2201524"/>
          </a:xfrm>
          <a:prstGeom prst="rect">
            <a:avLst/>
          </a:prstGeom>
          <a:ln>
            <a:solidFill>
              <a:schemeClr val="tx1"/>
            </a:solidFill>
          </a:ln>
        </p:spPr>
      </p:pic>
      <p:pic>
        <p:nvPicPr>
          <p:cNvPr id="17" name="図 16" descr="グラフィカル ユーザー インターフェイス, アプリケーション&#10;&#10;自動的に生成された説明">
            <a:extLst>
              <a:ext uri="{FF2B5EF4-FFF2-40B4-BE49-F238E27FC236}">
                <a16:creationId xmlns:a16="http://schemas.microsoft.com/office/drawing/2014/main" id="{97DAD5A2-7208-A6A3-C9D0-B5506614DD5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3915" t="3692" r="13089" b="4087"/>
          <a:stretch/>
        </p:blipFill>
        <p:spPr>
          <a:xfrm>
            <a:off x="8296433" y="2431795"/>
            <a:ext cx="2227685" cy="3752475"/>
          </a:xfrm>
          <a:prstGeom prst="rect">
            <a:avLst/>
          </a:prstGeom>
          <a:ln>
            <a:solidFill>
              <a:schemeClr val="tx1"/>
            </a:solidFill>
          </a:ln>
        </p:spPr>
      </p:pic>
      <p:pic>
        <p:nvPicPr>
          <p:cNvPr id="36" name="図 35">
            <a:extLst>
              <a:ext uri="{FF2B5EF4-FFF2-40B4-BE49-F238E27FC236}">
                <a16:creationId xmlns:a16="http://schemas.microsoft.com/office/drawing/2014/main" id="{119D8589-0143-4987-2213-1223DE4C7C4C}"/>
              </a:ext>
            </a:extLst>
          </p:cNvPr>
          <p:cNvPicPr>
            <a:picLocks noChangeAspect="1"/>
          </p:cNvPicPr>
          <p:nvPr/>
        </p:nvPicPr>
        <p:blipFill rotWithShape="1">
          <a:blip r:embed="rId5"/>
          <a:srcRect b="21948"/>
          <a:stretch/>
        </p:blipFill>
        <p:spPr>
          <a:xfrm>
            <a:off x="6152666" y="5049780"/>
            <a:ext cx="1655053" cy="1196370"/>
          </a:xfrm>
          <a:prstGeom prst="rect">
            <a:avLst/>
          </a:prstGeom>
          <a:ln>
            <a:solidFill>
              <a:schemeClr val="tx1"/>
            </a:solidFill>
          </a:ln>
        </p:spPr>
      </p:pic>
      <p:sp>
        <p:nvSpPr>
          <p:cNvPr id="4" name="テキスト ボックス 3">
            <a:extLst>
              <a:ext uri="{FF2B5EF4-FFF2-40B4-BE49-F238E27FC236}">
                <a16:creationId xmlns:a16="http://schemas.microsoft.com/office/drawing/2014/main" id="{30864F54-6595-8589-BD1A-6851ED8A8473}"/>
              </a:ext>
            </a:extLst>
          </p:cNvPr>
          <p:cNvSpPr txBox="1"/>
          <p:nvPr/>
        </p:nvSpPr>
        <p:spPr>
          <a:xfrm>
            <a:off x="0" y="0"/>
            <a:ext cx="12192000" cy="620688"/>
          </a:xfrm>
          <a:prstGeom prst="rect">
            <a:avLst/>
          </a:prstGeom>
          <a:noFill/>
          <a:ln>
            <a:noFill/>
          </a:ln>
        </p:spPr>
        <p:txBody>
          <a:bodyPr wrap="square" tIns="72000" bIns="0" rtlCol="0" anchor="ctr">
            <a:noAutofit/>
          </a:bodyPr>
          <a:lstStyle/>
          <a:p>
            <a:pPr marL="177800"/>
            <a:r>
              <a:rPr lang="en-US" altLang="ja-JP" sz="2400" b="1" dirty="0">
                <a:solidFill>
                  <a:schemeClr val="bg1"/>
                </a:solidFill>
                <a:latin typeface="メイリオ" panose="020B0604030504040204" pitchFamily="50" charset="-128"/>
                <a:ea typeface="メイリオ" panose="020B0604030504040204" pitchFamily="50" charset="-128"/>
                <a:cs typeface="Meiryo UI" pitchFamily="50" charset="-128"/>
              </a:rPr>
              <a:t>Designer</a:t>
            </a:r>
            <a:r>
              <a:rPr lang="ja-JP" altLang="en-US" sz="2400" b="1" dirty="0">
                <a:solidFill>
                  <a:schemeClr val="bg1"/>
                </a:solidFill>
                <a:latin typeface="メイリオ" panose="020B0604030504040204" pitchFamily="50" charset="-128"/>
                <a:ea typeface="メイリオ" panose="020B0604030504040204" pitchFamily="50" charset="-128"/>
                <a:cs typeface="Meiryo UI" pitchFamily="50" charset="-128"/>
              </a:rPr>
              <a:t>での設定内容</a:t>
            </a:r>
          </a:p>
        </p:txBody>
      </p:sp>
    </p:spTree>
    <p:extLst>
      <p:ext uri="{BB962C8B-B14F-4D97-AF65-F5344CB8AC3E}">
        <p14:creationId xmlns:p14="http://schemas.microsoft.com/office/powerpoint/2010/main" val="1637126108"/>
      </p:ext>
    </p:extLst>
  </p:cSld>
  <p:clrMapOvr>
    <a:masterClrMapping/>
  </p:clrMapOvr>
</p:sld>
</file>

<file path=ppt/theme/theme1.xml><?xml version="1.0" encoding="utf-8"?>
<a:theme xmlns:a="http://schemas.openxmlformats.org/drawingml/2006/main" name="PowerPoint 2010 のご紹介">
  <a:themeElements>
    <a:clrScheme name="Fresh">
      <a:dk1>
        <a:srgbClr val="262626"/>
      </a:dk1>
      <a:lt1>
        <a:sysClr val="window" lastClr="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ユーザー定義 1">
      <a:majorFont>
        <a:latin typeface="Calibri"/>
        <a:ea typeface="ＭＳ Ｐゴシック"/>
        <a:cs typeface=""/>
      </a:majorFont>
      <a:minorFont>
        <a:latin typeface="Calibri"/>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1070</TotalTime>
  <Words>630</Words>
  <Application>Microsoft Office PowerPoint</Application>
  <PresentationFormat>ワイド画面</PresentationFormat>
  <Paragraphs>88</Paragraphs>
  <Slides>6</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Myriad Pro</vt:lpstr>
      <vt:lpstr>メイリオ</vt:lpstr>
      <vt:lpstr>Arial</vt:lpstr>
      <vt:lpstr>Calibri</vt:lpstr>
      <vt:lpstr>PowerPoint 2010 のご紹介</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帳票定義作成編_さっそく使ってみよう</dc:title>
  <dc:creator>伊藤 大輔</dc:creator>
  <cp:lastModifiedBy>伊藤 大輔</cp:lastModifiedBy>
  <cp:revision>49</cp:revision>
  <dcterms:created xsi:type="dcterms:W3CDTF">2012-01-24T01:18:54Z</dcterms:created>
  <dcterms:modified xsi:type="dcterms:W3CDTF">2026-03-03T08:32:37Z</dcterms:modified>
</cp:coreProperties>
</file>